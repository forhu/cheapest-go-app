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87" r:id="rId1"/>
  </p:sldMasterIdLst>
  <p:notesMasterIdLst>
    <p:notesMasterId r:id="rId9"/>
  </p:notesMasterIdLst>
  <p:handoutMasterIdLst>
    <p:handoutMasterId r:id="rId10"/>
  </p:handout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CCFF"/>
    <a:srgbClr val="BDDAEF"/>
    <a:srgbClr val="10075E"/>
    <a:srgbClr val="A09DBF"/>
    <a:srgbClr val="04C8BD"/>
    <a:srgbClr val="FCA71D"/>
    <a:srgbClr val="9205D9"/>
    <a:srgbClr val="057CD7"/>
    <a:srgbClr val="A0CEEF"/>
    <a:srgbClr val="F7FA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74"/>
    <p:restoredTop sz="94690"/>
  </p:normalViewPr>
  <p:slideViewPr>
    <p:cSldViewPr snapToGrid="0" snapToObjects="1">
      <p:cViewPr varScale="1">
        <p:scale>
          <a:sx n="113" d="100"/>
          <a:sy n="113" d="100"/>
        </p:scale>
        <p:origin x="474" y="1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11" d="100"/>
          <a:sy n="111" d="100"/>
        </p:scale>
        <p:origin x="3144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9CCA518-ACE0-5740-8062-5C2EA96613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989DC3-AAAB-7349-91F0-5BC2BFF6B5F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F63A3C-1D39-274B-A727-93C04AF39023}" type="datetimeFigureOut">
              <a:rPr lang="ru-RU" smtClean="0"/>
              <a:t>30.04.2026</a:t>
            </a:fld>
            <a:endParaRPr lang="ru-RU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0D7F00-2845-D84C-B286-70601E65712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93FCA1-B6E9-C34B-8ACB-9FB19812346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3F7AED-77CA-6F4D-BF27-35C90DA52F7C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6902441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814E28-B6B4-D84B-9592-18BDA996B5F4}" type="datetimeFigureOut">
              <a:rPr lang="ru-RU" smtClean="0"/>
              <a:t>30.04.2026</a:t>
            </a:fld>
            <a:endParaRPr lang="ru-RU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C8E9E9-6589-C649-842E-E88764BBF478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1096088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tiff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tif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.svg"/><Relationship Id="rId7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6.tiff"/><Relationship Id="rId4" Type="http://schemas.openxmlformats.org/officeDocument/2006/relationships/image" Target="../media/image1.png"/><Relationship Id="rId9" Type="http://schemas.openxmlformats.org/officeDocument/2006/relationships/image" Target="../media/image15.tiff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9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9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1.svg"/><Relationship Id="rId7" Type="http://schemas.openxmlformats.org/officeDocument/2006/relationships/image" Target="../media/image25.svg"/><Relationship Id="rId2" Type="http://schemas.openxmlformats.org/officeDocument/2006/relationships/image" Target="../media/image20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4.svg"/><Relationship Id="rId5" Type="http://schemas.openxmlformats.org/officeDocument/2006/relationships/image" Target="../media/image23.svg"/><Relationship Id="rId4" Type="http://schemas.openxmlformats.org/officeDocument/2006/relationships/image" Target="../media/image22.svg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7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7.png"/><Relationship Id="rId4" Type="http://schemas.openxmlformats.org/officeDocument/2006/relationships/image" Target="../media/image31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7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6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7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9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40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6" Type="http://schemas.openxmlformats.org/officeDocument/2006/relationships/image" Target="../media/image63.gif"/><Relationship Id="rId21" Type="http://schemas.openxmlformats.org/officeDocument/2006/relationships/image" Target="../media/image58.gif"/><Relationship Id="rId42" Type="http://schemas.openxmlformats.org/officeDocument/2006/relationships/image" Target="../media/image78.png"/><Relationship Id="rId47" Type="http://schemas.openxmlformats.org/officeDocument/2006/relationships/image" Target="../media/image82.png"/><Relationship Id="rId63" Type="http://schemas.openxmlformats.org/officeDocument/2006/relationships/image" Target="../media/image97.png"/><Relationship Id="rId68" Type="http://schemas.microsoft.com/office/2007/relationships/hdphoto" Target="../media/hdphoto6.wdp"/><Relationship Id="rId84" Type="http://schemas.openxmlformats.org/officeDocument/2006/relationships/image" Target="../media/image117.png"/><Relationship Id="rId89" Type="http://schemas.openxmlformats.org/officeDocument/2006/relationships/image" Target="../media/image121.png"/><Relationship Id="rId16" Type="http://schemas.openxmlformats.org/officeDocument/2006/relationships/image" Target="../media/image53.png"/><Relationship Id="rId107" Type="http://schemas.openxmlformats.org/officeDocument/2006/relationships/image" Target="../media/image17.png"/><Relationship Id="rId11" Type="http://schemas.openxmlformats.org/officeDocument/2006/relationships/image" Target="../media/image49.tiff"/><Relationship Id="rId32" Type="http://schemas.openxmlformats.org/officeDocument/2006/relationships/image" Target="../media/image69.gif"/><Relationship Id="rId37" Type="http://schemas.openxmlformats.org/officeDocument/2006/relationships/image" Target="../media/image74.png"/><Relationship Id="rId53" Type="http://schemas.microsoft.com/office/2007/relationships/hdphoto" Target="../media/hdphoto5.wdp"/><Relationship Id="rId58" Type="http://schemas.openxmlformats.org/officeDocument/2006/relationships/image" Target="../media/image92.png"/><Relationship Id="rId74" Type="http://schemas.openxmlformats.org/officeDocument/2006/relationships/image" Target="../media/image107.png"/><Relationship Id="rId79" Type="http://schemas.openxmlformats.org/officeDocument/2006/relationships/image" Target="../media/image112.png"/><Relationship Id="rId102" Type="http://schemas.openxmlformats.org/officeDocument/2006/relationships/image" Target="../media/image133.png"/><Relationship Id="rId5" Type="http://schemas.openxmlformats.org/officeDocument/2006/relationships/image" Target="../media/image44.png"/><Relationship Id="rId90" Type="http://schemas.microsoft.com/office/2007/relationships/hdphoto" Target="../media/hdphoto8.wdp"/><Relationship Id="rId95" Type="http://schemas.openxmlformats.org/officeDocument/2006/relationships/image" Target="../media/image126.png"/><Relationship Id="rId22" Type="http://schemas.openxmlformats.org/officeDocument/2006/relationships/image" Target="../media/image59.png"/><Relationship Id="rId27" Type="http://schemas.openxmlformats.org/officeDocument/2006/relationships/image" Target="../media/image64.png"/><Relationship Id="rId43" Type="http://schemas.openxmlformats.org/officeDocument/2006/relationships/image" Target="../media/image79.png"/><Relationship Id="rId48" Type="http://schemas.openxmlformats.org/officeDocument/2006/relationships/image" Target="../media/image83.tiff"/><Relationship Id="rId64" Type="http://schemas.openxmlformats.org/officeDocument/2006/relationships/image" Target="../media/image98.png"/><Relationship Id="rId69" Type="http://schemas.openxmlformats.org/officeDocument/2006/relationships/image" Target="../media/image102.png"/><Relationship Id="rId80" Type="http://schemas.openxmlformats.org/officeDocument/2006/relationships/image" Target="../media/image113.png"/><Relationship Id="rId85" Type="http://schemas.openxmlformats.org/officeDocument/2006/relationships/image" Target="../media/image118.png"/><Relationship Id="rId12" Type="http://schemas.openxmlformats.org/officeDocument/2006/relationships/image" Target="../media/image50.png"/><Relationship Id="rId17" Type="http://schemas.openxmlformats.org/officeDocument/2006/relationships/image" Target="../media/image54.png"/><Relationship Id="rId33" Type="http://schemas.openxmlformats.org/officeDocument/2006/relationships/image" Target="../media/image70.tiff"/><Relationship Id="rId38" Type="http://schemas.microsoft.com/office/2007/relationships/hdphoto" Target="../media/hdphoto3.wdp"/><Relationship Id="rId59" Type="http://schemas.openxmlformats.org/officeDocument/2006/relationships/image" Target="../media/image93.png"/><Relationship Id="rId103" Type="http://schemas.openxmlformats.org/officeDocument/2006/relationships/image" Target="../media/image134.png"/><Relationship Id="rId20" Type="http://schemas.openxmlformats.org/officeDocument/2006/relationships/image" Target="../media/image57.png"/><Relationship Id="rId41" Type="http://schemas.openxmlformats.org/officeDocument/2006/relationships/image" Target="../media/image77.png"/><Relationship Id="rId54" Type="http://schemas.openxmlformats.org/officeDocument/2006/relationships/image" Target="../media/image88.png"/><Relationship Id="rId62" Type="http://schemas.openxmlformats.org/officeDocument/2006/relationships/image" Target="../media/image96.png"/><Relationship Id="rId70" Type="http://schemas.openxmlformats.org/officeDocument/2006/relationships/image" Target="../media/image103.png"/><Relationship Id="rId75" Type="http://schemas.openxmlformats.org/officeDocument/2006/relationships/image" Target="../media/image108.png"/><Relationship Id="rId83" Type="http://schemas.openxmlformats.org/officeDocument/2006/relationships/image" Target="../media/image116.png"/><Relationship Id="rId88" Type="http://schemas.openxmlformats.org/officeDocument/2006/relationships/image" Target="../media/image120.png"/><Relationship Id="rId91" Type="http://schemas.openxmlformats.org/officeDocument/2006/relationships/image" Target="../media/image122.png"/><Relationship Id="rId96" Type="http://schemas.openxmlformats.org/officeDocument/2006/relationships/image" Target="../media/image12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5.png"/><Relationship Id="rId15" Type="http://schemas.microsoft.com/office/2007/relationships/hdphoto" Target="../media/hdphoto2.wdp"/><Relationship Id="rId23" Type="http://schemas.openxmlformats.org/officeDocument/2006/relationships/image" Target="../media/image60.png"/><Relationship Id="rId28" Type="http://schemas.openxmlformats.org/officeDocument/2006/relationships/image" Target="../media/image65.png"/><Relationship Id="rId36" Type="http://schemas.openxmlformats.org/officeDocument/2006/relationships/image" Target="../media/image73.png"/><Relationship Id="rId49" Type="http://schemas.openxmlformats.org/officeDocument/2006/relationships/image" Target="../media/image84.tiff"/><Relationship Id="rId57" Type="http://schemas.openxmlformats.org/officeDocument/2006/relationships/image" Target="../media/image91.png"/><Relationship Id="rId106" Type="http://schemas.openxmlformats.org/officeDocument/2006/relationships/image" Target="../media/image137.png"/><Relationship Id="rId10" Type="http://schemas.openxmlformats.org/officeDocument/2006/relationships/image" Target="../media/image48.gif"/><Relationship Id="rId31" Type="http://schemas.openxmlformats.org/officeDocument/2006/relationships/image" Target="../media/image68.png"/><Relationship Id="rId44" Type="http://schemas.openxmlformats.org/officeDocument/2006/relationships/image" Target="../media/image80.png"/><Relationship Id="rId52" Type="http://schemas.openxmlformats.org/officeDocument/2006/relationships/image" Target="../media/image87.png"/><Relationship Id="rId60" Type="http://schemas.openxmlformats.org/officeDocument/2006/relationships/image" Target="../media/image94.png"/><Relationship Id="rId65" Type="http://schemas.openxmlformats.org/officeDocument/2006/relationships/image" Target="../media/image99.png"/><Relationship Id="rId73" Type="http://schemas.openxmlformats.org/officeDocument/2006/relationships/image" Target="../media/image106.png"/><Relationship Id="rId78" Type="http://schemas.openxmlformats.org/officeDocument/2006/relationships/image" Target="../media/image111.png"/><Relationship Id="rId81" Type="http://schemas.openxmlformats.org/officeDocument/2006/relationships/image" Target="../media/image114.png"/><Relationship Id="rId86" Type="http://schemas.openxmlformats.org/officeDocument/2006/relationships/image" Target="../media/image119.png"/><Relationship Id="rId94" Type="http://schemas.openxmlformats.org/officeDocument/2006/relationships/image" Target="../media/image125.png"/><Relationship Id="rId99" Type="http://schemas.openxmlformats.org/officeDocument/2006/relationships/image" Target="../media/image130.png"/><Relationship Id="rId101" Type="http://schemas.openxmlformats.org/officeDocument/2006/relationships/image" Target="../media/image132.png"/><Relationship Id="rId4" Type="http://schemas.openxmlformats.org/officeDocument/2006/relationships/image" Target="../media/image43.png"/><Relationship Id="rId9" Type="http://schemas.microsoft.com/office/2007/relationships/hdphoto" Target="../media/hdphoto1.wdp"/><Relationship Id="rId13" Type="http://schemas.openxmlformats.org/officeDocument/2006/relationships/image" Target="../media/image51.png"/><Relationship Id="rId18" Type="http://schemas.openxmlformats.org/officeDocument/2006/relationships/image" Target="../media/image55.png"/><Relationship Id="rId39" Type="http://schemas.openxmlformats.org/officeDocument/2006/relationships/image" Target="../media/image75.gif"/><Relationship Id="rId34" Type="http://schemas.openxmlformats.org/officeDocument/2006/relationships/image" Target="../media/image71.png"/><Relationship Id="rId50" Type="http://schemas.openxmlformats.org/officeDocument/2006/relationships/image" Target="../media/image85.tiff"/><Relationship Id="rId55" Type="http://schemas.openxmlformats.org/officeDocument/2006/relationships/image" Target="../media/image89.jpeg"/><Relationship Id="rId76" Type="http://schemas.openxmlformats.org/officeDocument/2006/relationships/image" Target="../media/image109.png"/><Relationship Id="rId97" Type="http://schemas.openxmlformats.org/officeDocument/2006/relationships/image" Target="../media/image128.png"/><Relationship Id="rId104" Type="http://schemas.openxmlformats.org/officeDocument/2006/relationships/image" Target="../media/image135.png"/><Relationship Id="rId7" Type="http://schemas.openxmlformats.org/officeDocument/2006/relationships/image" Target="../media/image46.png"/><Relationship Id="rId71" Type="http://schemas.openxmlformats.org/officeDocument/2006/relationships/image" Target="../media/image104.png"/><Relationship Id="rId92" Type="http://schemas.openxmlformats.org/officeDocument/2006/relationships/image" Target="../media/image123.png"/><Relationship Id="rId2" Type="http://schemas.openxmlformats.org/officeDocument/2006/relationships/image" Target="../media/image41.png"/><Relationship Id="rId29" Type="http://schemas.openxmlformats.org/officeDocument/2006/relationships/image" Target="../media/image66.tiff"/><Relationship Id="rId24" Type="http://schemas.openxmlformats.org/officeDocument/2006/relationships/image" Target="../media/image61.gif"/><Relationship Id="rId40" Type="http://schemas.openxmlformats.org/officeDocument/2006/relationships/image" Target="../media/image76.png"/><Relationship Id="rId45" Type="http://schemas.microsoft.com/office/2007/relationships/hdphoto" Target="../media/hdphoto4.wdp"/><Relationship Id="rId66" Type="http://schemas.openxmlformats.org/officeDocument/2006/relationships/image" Target="../media/image100.png"/><Relationship Id="rId87" Type="http://schemas.microsoft.com/office/2007/relationships/hdphoto" Target="../media/hdphoto7.wdp"/><Relationship Id="rId61" Type="http://schemas.openxmlformats.org/officeDocument/2006/relationships/image" Target="../media/image95.tiff"/><Relationship Id="rId82" Type="http://schemas.openxmlformats.org/officeDocument/2006/relationships/image" Target="../media/image115.png"/><Relationship Id="rId19" Type="http://schemas.openxmlformats.org/officeDocument/2006/relationships/image" Target="../media/image56.gif"/><Relationship Id="rId14" Type="http://schemas.openxmlformats.org/officeDocument/2006/relationships/image" Target="../media/image52.png"/><Relationship Id="rId30" Type="http://schemas.openxmlformats.org/officeDocument/2006/relationships/image" Target="../media/image67.png"/><Relationship Id="rId35" Type="http://schemas.openxmlformats.org/officeDocument/2006/relationships/image" Target="../media/image72.png"/><Relationship Id="rId56" Type="http://schemas.openxmlformats.org/officeDocument/2006/relationships/image" Target="../media/image90.png"/><Relationship Id="rId77" Type="http://schemas.openxmlformats.org/officeDocument/2006/relationships/image" Target="../media/image110.png"/><Relationship Id="rId100" Type="http://schemas.openxmlformats.org/officeDocument/2006/relationships/image" Target="../media/image131.png"/><Relationship Id="rId105" Type="http://schemas.openxmlformats.org/officeDocument/2006/relationships/image" Target="../media/image136.png"/><Relationship Id="rId8" Type="http://schemas.openxmlformats.org/officeDocument/2006/relationships/image" Target="../media/image47.png"/><Relationship Id="rId51" Type="http://schemas.openxmlformats.org/officeDocument/2006/relationships/image" Target="../media/image86.png"/><Relationship Id="rId72" Type="http://schemas.openxmlformats.org/officeDocument/2006/relationships/image" Target="../media/image105.png"/><Relationship Id="rId93" Type="http://schemas.openxmlformats.org/officeDocument/2006/relationships/image" Target="../media/image124.png"/><Relationship Id="rId98" Type="http://schemas.openxmlformats.org/officeDocument/2006/relationships/image" Target="../media/image129.png"/><Relationship Id="rId3" Type="http://schemas.openxmlformats.org/officeDocument/2006/relationships/image" Target="../media/image42.png"/><Relationship Id="rId25" Type="http://schemas.openxmlformats.org/officeDocument/2006/relationships/image" Target="../media/image62.png"/><Relationship Id="rId46" Type="http://schemas.openxmlformats.org/officeDocument/2006/relationships/image" Target="../media/image81.tiff"/><Relationship Id="rId67" Type="http://schemas.openxmlformats.org/officeDocument/2006/relationships/image" Target="../media/image101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png"/><Relationship Id="rId2" Type="http://schemas.openxmlformats.org/officeDocument/2006/relationships/image" Target="../media/image138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7.png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.png"/><Relationship Id="rId3" Type="http://schemas.openxmlformats.org/officeDocument/2006/relationships/image" Target="../media/image141.png"/><Relationship Id="rId7" Type="http://schemas.openxmlformats.org/officeDocument/2006/relationships/image" Target="../media/image144.png"/><Relationship Id="rId2" Type="http://schemas.openxmlformats.org/officeDocument/2006/relationships/image" Target="../media/image14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43.png"/><Relationship Id="rId11" Type="http://schemas.openxmlformats.org/officeDocument/2006/relationships/image" Target="../media/image148.png"/><Relationship Id="rId5" Type="http://schemas.openxmlformats.org/officeDocument/2006/relationships/image" Target="../media/image18.png"/><Relationship Id="rId10" Type="http://schemas.openxmlformats.org/officeDocument/2006/relationships/image" Target="../media/image147.png"/><Relationship Id="rId4" Type="http://schemas.openxmlformats.org/officeDocument/2006/relationships/image" Target="../media/image142.png"/><Relationship Id="rId9" Type="http://schemas.openxmlformats.org/officeDocument/2006/relationships/image" Target="../media/image146.png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9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no bg, no logo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CDA5DE5D-CAA8-4D4E-A41D-9E0632A70229}"/>
              </a:ext>
            </a:extLst>
          </p:cNvPr>
          <p:cNvSpPr/>
          <p:nvPr userDrawn="1"/>
        </p:nvSpPr>
        <p:spPr>
          <a:xfrm>
            <a:off x="362674" y="367652"/>
            <a:ext cx="11478228" cy="6137319"/>
          </a:xfrm>
          <a:prstGeom prst="roundRect">
            <a:avLst>
              <a:gd name="adj" fmla="val 3930"/>
            </a:avLst>
          </a:prstGeom>
          <a:gradFill>
            <a:gsLst>
              <a:gs pos="0">
                <a:srgbClr val="0A0351"/>
              </a:gs>
              <a:gs pos="100000">
                <a:srgbClr val="1A107C"/>
              </a:gs>
            </a:gsLst>
            <a:lin ang="2700000" scaled="0"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8" name="Picture Placeholder 56" descr="&#10;">
            <a:extLst>
              <a:ext uri="{FF2B5EF4-FFF2-40B4-BE49-F238E27FC236}">
                <a16:creationId xmlns:a16="http://schemas.microsoft.com/office/drawing/2014/main" id="{C826C504-E782-D648-A906-C1EA4397FE16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5874653" y="3939765"/>
            <a:ext cx="5513870" cy="2565206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200">
                <a:noFill/>
              </a:defRPr>
            </a:lvl1pPr>
          </a:lstStyle>
          <a:p>
            <a:r>
              <a:rPr lang="en-GB" dirty="0"/>
              <a:t>Click icon to add picture</a:t>
            </a:r>
            <a:endParaRPr lang="ru-RU" dirty="0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DF8DFACB-D2E9-3E4D-9624-8FB8A1A869EE}"/>
              </a:ext>
            </a:extLst>
          </p:cNvPr>
          <p:cNvSpPr>
            <a:spLocks noGrp="1" noChangeAspect="1"/>
          </p:cNvSpPr>
          <p:nvPr>
            <p:ph type="pic" sz="quarter" idx="21"/>
          </p:nvPr>
        </p:nvSpPr>
        <p:spPr>
          <a:xfrm>
            <a:off x="2479928" y="1176135"/>
            <a:ext cx="1825853" cy="500234"/>
          </a:xfrm>
          <a:prstGeom prst="rect">
            <a:avLst/>
          </a:prstGeo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GB" dirty="0"/>
              <a:t>Click icon to add picture</a:t>
            </a:r>
            <a:endParaRPr lang="ru-RU" dirty="0"/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92E5689E-FA48-E14C-AEA1-4AB20B5A3519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2374212" y="3939765"/>
            <a:ext cx="7001281" cy="979474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33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1500" b="0" i="0" kern="120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Short description (2 to 3 lines)</a:t>
            </a:r>
          </a:p>
        </p:txBody>
      </p:sp>
      <p:sp>
        <p:nvSpPr>
          <p:cNvPr id="50" name="Text Placeholder 43">
            <a:extLst>
              <a:ext uri="{FF2B5EF4-FFF2-40B4-BE49-F238E27FC236}">
                <a16:creationId xmlns:a16="http://schemas.microsoft.com/office/drawing/2014/main" id="{D0558B4F-4247-0447-9069-CC010E8705A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374212" y="5502348"/>
            <a:ext cx="2880695" cy="457797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33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1500" b="0" i="0" kern="120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Date, 2019</a:t>
            </a:r>
          </a:p>
        </p:txBody>
      </p:sp>
      <p:sp>
        <p:nvSpPr>
          <p:cNvPr id="53" name="Text Placeholder 51">
            <a:extLst>
              <a:ext uri="{FF2B5EF4-FFF2-40B4-BE49-F238E27FC236}">
                <a16:creationId xmlns:a16="http://schemas.microsoft.com/office/drawing/2014/main" id="{5245B877-68E7-8C4D-9DAD-A0061BFDD60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366621" y="1889429"/>
            <a:ext cx="7032022" cy="189704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5000"/>
              </a:lnSpc>
              <a:buNone/>
              <a:defRPr lang="ru-RU" sz="6600" b="1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Presentation Title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469477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(no bg, with logo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CDA5DE5D-CAA8-4D4E-A41D-9E0632A70229}"/>
              </a:ext>
            </a:extLst>
          </p:cNvPr>
          <p:cNvSpPr/>
          <p:nvPr userDrawn="1"/>
        </p:nvSpPr>
        <p:spPr>
          <a:xfrm>
            <a:off x="362674" y="367653"/>
            <a:ext cx="11478228" cy="5188416"/>
          </a:xfrm>
          <a:prstGeom prst="roundRect">
            <a:avLst>
              <a:gd name="adj" fmla="val 3930"/>
            </a:avLst>
          </a:prstGeom>
          <a:gradFill>
            <a:gsLst>
              <a:gs pos="0">
                <a:srgbClr val="0A0351"/>
              </a:gs>
              <a:gs pos="100000">
                <a:srgbClr val="1A107C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B8C0BD20-9B9D-8645-863C-5D92E70D6554}"/>
              </a:ext>
            </a:extLst>
          </p:cNvPr>
          <p:cNvSpPr>
            <a:spLocks noGrp="1" noChangeAspect="1"/>
          </p:cNvSpPr>
          <p:nvPr>
            <p:ph type="pic" sz="quarter" idx="21"/>
          </p:nvPr>
        </p:nvSpPr>
        <p:spPr>
          <a:xfrm>
            <a:off x="2479928" y="1176135"/>
            <a:ext cx="1825853" cy="500234"/>
          </a:xfrm>
          <a:prstGeom prst="rect">
            <a:avLst/>
          </a:prstGeo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GB" dirty="0"/>
              <a:t>Click icon to add picture</a:t>
            </a:r>
            <a:endParaRPr lang="ru-RU" dirty="0"/>
          </a:p>
        </p:txBody>
      </p:sp>
      <p:sp>
        <p:nvSpPr>
          <p:cNvPr id="11" name="Picture Placeholder 56" descr="&#10;">
            <a:extLst>
              <a:ext uri="{FF2B5EF4-FFF2-40B4-BE49-F238E27FC236}">
                <a16:creationId xmlns:a16="http://schemas.microsoft.com/office/drawing/2014/main" id="{29D91D52-9F31-754A-8BB4-F1135AFA10A2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5882632" y="2973275"/>
            <a:ext cx="5513870" cy="2565206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200">
                <a:noFill/>
              </a:defRPr>
            </a:lvl1pPr>
          </a:lstStyle>
          <a:p>
            <a:r>
              <a:rPr lang="en-GB" dirty="0"/>
              <a:t>Click icon to add picture</a:t>
            </a:r>
            <a:endParaRPr lang="ru-RU" dirty="0"/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92E5689E-FA48-E14C-AEA1-4AB20B5A3519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2374212" y="3810663"/>
            <a:ext cx="7001281" cy="890431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33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1500" b="0" i="0" kern="120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Short description (2 to 3 lines)</a:t>
            </a:r>
          </a:p>
        </p:txBody>
      </p:sp>
      <p:sp>
        <p:nvSpPr>
          <p:cNvPr id="50" name="Text Placeholder 43">
            <a:extLst>
              <a:ext uri="{FF2B5EF4-FFF2-40B4-BE49-F238E27FC236}">
                <a16:creationId xmlns:a16="http://schemas.microsoft.com/office/drawing/2014/main" id="{D0558B4F-4247-0447-9069-CC010E8705A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374212" y="4755258"/>
            <a:ext cx="2880695" cy="457797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33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1500" b="0" i="0" kern="120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Date, 2019</a:t>
            </a:r>
          </a:p>
        </p:txBody>
      </p:sp>
      <p:sp>
        <p:nvSpPr>
          <p:cNvPr id="53" name="Text Placeholder 51">
            <a:extLst>
              <a:ext uri="{FF2B5EF4-FFF2-40B4-BE49-F238E27FC236}">
                <a16:creationId xmlns:a16="http://schemas.microsoft.com/office/drawing/2014/main" id="{5245B877-68E7-8C4D-9DAD-A0061BFDD60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366621" y="1690402"/>
            <a:ext cx="7032022" cy="208675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5000"/>
              </a:lnSpc>
              <a:buNone/>
              <a:defRPr lang="ru-RU" sz="6600" b="1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Presentation Title</a:t>
            </a:r>
            <a:endParaRPr lang="ru-RU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AFEDA6-5623-B24A-B6AA-1D9450929C8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974572" y="5755409"/>
            <a:ext cx="1378411" cy="3337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74193B2-128A-EC46-9A22-11E26BA74B5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289966" y="5870173"/>
            <a:ext cx="1177387" cy="1909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09F2E10-AC3F-5F46-960F-977F59644C83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7935164" y="6338013"/>
            <a:ext cx="1657872" cy="17003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AD0C9A7-FC66-C84A-AAA4-780498E25F84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6144849" y="6324691"/>
            <a:ext cx="1462614" cy="18945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210603A-00B7-794C-88FE-D3C41811821F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9745415" y="5814112"/>
            <a:ext cx="1583733" cy="28011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980F587-F153-2A42-B400-9B46A3DF9905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9950674" y="6306793"/>
            <a:ext cx="1230243" cy="274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293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(with bg, no logos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CDA5DE5D-CAA8-4D4E-A41D-9E0632A70229}"/>
              </a:ext>
            </a:extLst>
          </p:cNvPr>
          <p:cNvSpPr/>
          <p:nvPr userDrawn="1"/>
        </p:nvSpPr>
        <p:spPr>
          <a:xfrm>
            <a:off x="3952240" y="367652"/>
            <a:ext cx="7888662" cy="6137319"/>
          </a:xfrm>
          <a:prstGeom prst="roundRect">
            <a:avLst>
              <a:gd name="adj" fmla="val 3930"/>
            </a:avLst>
          </a:prstGeom>
          <a:gradFill>
            <a:gsLst>
              <a:gs pos="0">
                <a:srgbClr val="0A0351"/>
              </a:gs>
              <a:gs pos="100000">
                <a:srgbClr val="1A107C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A2F5DD1E-2358-064B-88D2-62196F9BEC38}"/>
              </a:ext>
            </a:extLst>
          </p:cNvPr>
          <p:cNvSpPr>
            <a:spLocks noGrp="1" noChangeAspect="1"/>
          </p:cNvSpPr>
          <p:nvPr>
            <p:ph type="pic" sz="quarter" idx="21"/>
          </p:nvPr>
        </p:nvSpPr>
        <p:spPr>
          <a:xfrm>
            <a:off x="4570204" y="1176135"/>
            <a:ext cx="1825853" cy="500234"/>
          </a:xfrm>
          <a:prstGeom prst="rect">
            <a:avLst/>
          </a:prstGeo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GB" dirty="0"/>
              <a:t>Click icon to add picture</a:t>
            </a:r>
            <a:endParaRPr lang="ru-RU" dirty="0"/>
          </a:p>
        </p:txBody>
      </p:sp>
      <p:sp>
        <p:nvSpPr>
          <p:cNvPr id="9" name="Picture Placeholder 56" descr="&#10;">
            <a:extLst>
              <a:ext uri="{FF2B5EF4-FFF2-40B4-BE49-F238E27FC236}">
                <a16:creationId xmlns:a16="http://schemas.microsoft.com/office/drawing/2014/main" id="{FDCA9BB6-CFB9-E344-AF31-A0EDB11E6609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5874653" y="3939765"/>
            <a:ext cx="5513870" cy="2565206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200">
                <a:noFill/>
              </a:defRPr>
            </a:lvl1pPr>
          </a:lstStyle>
          <a:p>
            <a:r>
              <a:rPr lang="en-GB" dirty="0"/>
              <a:t>Click icon to add picture</a:t>
            </a:r>
            <a:endParaRPr lang="ru-RU" dirty="0"/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92E5689E-FA48-E14C-AEA1-4AB20B5A3519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4467173" y="3939765"/>
            <a:ext cx="6546268" cy="979474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33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1500" b="0" i="0" kern="120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Short description (2 to 3 lines)</a:t>
            </a:r>
          </a:p>
        </p:txBody>
      </p:sp>
      <p:sp>
        <p:nvSpPr>
          <p:cNvPr id="50" name="Text Placeholder 43">
            <a:extLst>
              <a:ext uri="{FF2B5EF4-FFF2-40B4-BE49-F238E27FC236}">
                <a16:creationId xmlns:a16="http://schemas.microsoft.com/office/drawing/2014/main" id="{D0558B4F-4247-0447-9069-CC010E8705A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67172" y="5502348"/>
            <a:ext cx="2880695" cy="457797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33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1500" b="0" i="0" kern="120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Date, 2019</a:t>
            </a:r>
          </a:p>
        </p:txBody>
      </p:sp>
      <p:sp>
        <p:nvSpPr>
          <p:cNvPr id="53" name="Text Placeholder 51">
            <a:extLst>
              <a:ext uri="{FF2B5EF4-FFF2-40B4-BE49-F238E27FC236}">
                <a16:creationId xmlns:a16="http://schemas.microsoft.com/office/drawing/2014/main" id="{5245B877-68E7-8C4D-9DAD-A0061BFDD60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59581" y="1889429"/>
            <a:ext cx="6575011" cy="189704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5000"/>
              </a:lnSpc>
              <a:buNone/>
              <a:defRPr lang="ru-RU" sz="6600" b="1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Presentation Title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35864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(with bg and logos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CDA5DE5D-CAA8-4D4E-A41D-9E0632A70229}"/>
              </a:ext>
            </a:extLst>
          </p:cNvPr>
          <p:cNvSpPr/>
          <p:nvPr userDrawn="1"/>
        </p:nvSpPr>
        <p:spPr>
          <a:xfrm>
            <a:off x="3952240" y="367653"/>
            <a:ext cx="7888662" cy="4670816"/>
          </a:xfrm>
          <a:prstGeom prst="roundRect">
            <a:avLst>
              <a:gd name="adj" fmla="val 3930"/>
            </a:avLst>
          </a:prstGeom>
          <a:gradFill>
            <a:gsLst>
              <a:gs pos="0">
                <a:srgbClr val="0A0351"/>
              </a:gs>
              <a:gs pos="100000">
                <a:srgbClr val="1A107C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562DF548-6926-2E40-8152-E0E2A094F71B}"/>
              </a:ext>
            </a:extLst>
          </p:cNvPr>
          <p:cNvSpPr>
            <a:spLocks noGrp="1" noChangeAspect="1"/>
          </p:cNvSpPr>
          <p:nvPr>
            <p:ph type="pic" sz="quarter" idx="21"/>
          </p:nvPr>
        </p:nvSpPr>
        <p:spPr>
          <a:xfrm>
            <a:off x="4570204" y="989097"/>
            <a:ext cx="1825853" cy="500234"/>
          </a:xfrm>
          <a:prstGeom prst="rect">
            <a:avLst/>
          </a:prstGeo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GB" dirty="0"/>
              <a:t>Click icon to add picture</a:t>
            </a:r>
            <a:endParaRPr lang="ru-RU" dirty="0"/>
          </a:p>
        </p:txBody>
      </p:sp>
      <p:sp>
        <p:nvSpPr>
          <p:cNvPr id="11" name="Picture Placeholder 56" descr="&#10;">
            <a:extLst>
              <a:ext uri="{FF2B5EF4-FFF2-40B4-BE49-F238E27FC236}">
                <a16:creationId xmlns:a16="http://schemas.microsoft.com/office/drawing/2014/main" id="{2782B495-84A9-A04D-8E34-0F999F813C0A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5874653" y="2473262"/>
            <a:ext cx="5513870" cy="2565206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200">
                <a:noFill/>
              </a:defRPr>
            </a:lvl1pPr>
          </a:lstStyle>
          <a:p>
            <a:r>
              <a:rPr lang="en-GB" dirty="0"/>
              <a:t>Click icon to add picture</a:t>
            </a:r>
            <a:endParaRPr lang="ru-RU" dirty="0"/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92E5689E-FA48-E14C-AEA1-4AB20B5A3519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4467173" y="3446194"/>
            <a:ext cx="6546268" cy="979474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33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1500" b="0" i="0" kern="120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Short description (2 to 3 lines)</a:t>
            </a:r>
          </a:p>
        </p:txBody>
      </p:sp>
      <p:sp>
        <p:nvSpPr>
          <p:cNvPr id="50" name="Text Placeholder 43">
            <a:extLst>
              <a:ext uri="{FF2B5EF4-FFF2-40B4-BE49-F238E27FC236}">
                <a16:creationId xmlns:a16="http://schemas.microsoft.com/office/drawing/2014/main" id="{D0558B4F-4247-0447-9069-CC010E8705A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67172" y="4466121"/>
            <a:ext cx="2880695" cy="503577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33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1500" b="0" i="0" kern="120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Date, 2019</a:t>
            </a:r>
          </a:p>
        </p:txBody>
      </p:sp>
      <p:sp>
        <p:nvSpPr>
          <p:cNvPr id="53" name="Text Placeholder 51">
            <a:extLst>
              <a:ext uri="{FF2B5EF4-FFF2-40B4-BE49-F238E27FC236}">
                <a16:creationId xmlns:a16="http://schemas.microsoft.com/office/drawing/2014/main" id="{5245B877-68E7-8C4D-9DAD-A0061BFDD60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59581" y="1510158"/>
            <a:ext cx="6575011" cy="189704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5000"/>
              </a:lnSpc>
              <a:buNone/>
              <a:defRPr lang="ru-RU" sz="6600" b="1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Presentation Title</a:t>
            </a:r>
            <a:endParaRPr lang="ru-RU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56B95A3-87AC-7D4D-B1F1-4B77AC33C14D}"/>
              </a:ext>
            </a:extLst>
          </p:cNvPr>
          <p:cNvGrpSpPr/>
          <p:nvPr userDrawn="1"/>
        </p:nvGrpSpPr>
        <p:grpSpPr>
          <a:xfrm>
            <a:off x="4809845" y="5307766"/>
            <a:ext cx="6068827" cy="1070751"/>
            <a:chOff x="5201007" y="5229869"/>
            <a:chExt cx="5229493" cy="922666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69D0051-E31E-AC43-B2A2-AF56BC6783E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>
              <a:off x="6991320" y="5903940"/>
              <a:ext cx="1657872" cy="17684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0E354E8-FD36-C04E-B661-0CDC0BA4FC6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/>
            <a:stretch>
              <a:fillRect/>
            </a:stretch>
          </p:blipFill>
          <p:spPr>
            <a:xfrm>
              <a:off x="5201007" y="5892189"/>
              <a:ext cx="1465230" cy="195886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8A687744-C4CA-624B-9AF0-293B596B52F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/>
            <a:stretch>
              <a:fillRect/>
            </a:stretch>
          </p:blipFill>
          <p:spPr>
            <a:xfrm>
              <a:off x="6976969" y="5229869"/>
              <a:ext cx="1521142" cy="37405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B9A076D6-9BFF-8941-88D0-DDEEF7F2CF4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/>
            <a:stretch>
              <a:fillRect/>
            </a:stretch>
          </p:blipFill>
          <p:spPr>
            <a:xfrm>
              <a:off x="5252077" y="5349720"/>
              <a:ext cx="1337907" cy="216958"/>
            </a:xfrm>
            <a:prstGeom prst="rect">
              <a:avLst/>
            </a:prstGeom>
          </p:spPr>
        </p:pic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7229C79F-27EC-0943-A3B5-171E545F81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/>
            <a:stretch>
              <a:fillRect/>
            </a:stretch>
          </p:blipFill>
          <p:spPr>
            <a:xfrm>
              <a:off x="9006829" y="5878164"/>
              <a:ext cx="1230243" cy="274371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F8C0240-25E6-4A43-AC85-65E3B415DAA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/>
            <a:stretch>
              <a:fillRect/>
            </a:stretch>
          </p:blipFill>
          <p:spPr>
            <a:xfrm>
              <a:off x="8846767" y="5307613"/>
              <a:ext cx="1583733" cy="28011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37707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CDA5DE5D-CAA8-4D4E-A41D-9E0632A70229}"/>
              </a:ext>
            </a:extLst>
          </p:cNvPr>
          <p:cNvSpPr/>
          <p:nvPr userDrawn="1"/>
        </p:nvSpPr>
        <p:spPr>
          <a:xfrm>
            <a:off x="362674" y="367653"/>
            <a:ext cx="11478228" cy="5924863"/>
          </a:xfrm>
          <a:prstGeom prst="roundRect">
            <a:avLst>
              <a:gd name="adj" fmla="val 3930"/>
            </a:avLst>
          </a:prstGeom>
          <a:solidFill>
            <a:srgbClr val="F7F9FB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92E5689E-FA48-E14C-AEA1-4AB20B5A3519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2374212" y="3939765"/>
            <a:ext cx="7001281" cy="979474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33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1800" b="0" i="0" kern="1200" dirty="0" smtClean="0">
                <a:solidFill>
                  <a:srgbClr val="007CD7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Short description (2 to 3 lines)</a:t>
            </a:r>
          </a:p>
        </p:txBody>
      </p:sp>
      <p:sp>
        <p:nvSpPr>
          <p:cNvPr id="53" name="Text Placeholder 51">
            <a:extLst>
              <a:ext uri="{FF2B5EF4-FFF2-40B4-BE49-F238E27FC236}">
                <a16:creationId xmlns:a16="http://schemas.microsoft.com/office/drawing/2014/main" id="{5245B877-68E7-8C4D-9DAD-A0061BFDD60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366621" y="1889429"/>
            <a:ext cx="7032022" cy="189704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lang="ru-RU" sz="6600" b="1" kern="1200" dirty="0">
                <a:solidFill>
                  <a:srgbClr val="11076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Section Slide Title</a:t>
            </a:r>
            <a:endParaRPr lang="ru-RU" dirty="0"/>
          </a:p>
        </p:txBody>
      </p:sp>
      <p:sp>
        <p:nvSpPr>
          <p:cNvPr id="10" name="Footer Placeholder 22">
            <a:extLst>
              <a:ext uri="{FF2B5EF4-FFF2-40B4-BE49-F238E27FC236}">
                <a16:creationId xmlns:a16="http://schemas.microsoft.com/office/drawing/2014/main" id="{9A89CBFF-C082-2546-827E-5EDCC6DF15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89691" y="637737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ru-RU" sz="1200" kern="1200">
                <a:solidFill>
                  <a:srgbClr val="9F9CB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7" name="Footer Placeholder 22">
            <a:extLst>
              <a:ext uri="{FF2B5EF4-FFF2-40B4-BE49-F238E27FC236}">
                <a16:creationId xmlns:a16="http://schemas.microsoft.com/office/drawing/2014/main" id="{BAC76853-A543-C84F-AE95-B530E77DA4F9}"/>
              </a:ext>
            </a:extLst>
          </p:cNvPr>
          <p:cNvSpPr txBox="1">
            <a:spLocks/>
          </p:cNvSpPr>
          <p:nvPr userDrawn="1"/>
        </p:nvSpPr>
        <p:spPr>
          <a:xfrm>
            <a:off x="10890854" y="6385033"/>
            <a:ext cx="8582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l" defTabSz="914400" rtl="0" eaLnBrk="1" latinLnBrk="0" hangingPunct="1">
              <a:defRPr lang="ru-RU" sz="1200" kern="1200">
                <a:solidFill>
                  <a:srgbClr val="9F9CB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04FF53C-494B-FD47-907A-B3E38652C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02763" y="6385745"/>
            <a:ext cx="1056861" cy="365125"/>
          </a:xfrm>
          <a:prstGeom prst="rect">
            <a:avLst/>
          </a:prstGeom>
        </p:spPr>
        <p:txBody>
          <a:bodyPr anchor="ctr"/>
          <a:lstStyle>
            <a:lvl1pPr algn="r">
              <a:defRPr sz="1400">
                <a:solidFill>
                  <a:srgbClr val="A09DB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968B802-47E9-D447-A19C-33252E66520F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1A0BEF3-6CE3-8B49-B213-D42DEE1CA8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79425" y="6435198"/>
            <a:ext cx="932815" cy="251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744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 +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70FEEE5-7EF7-8345-AFED-66A9CE6A1C0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7147" y="386437"/>
            <a:ext cx="5760000" cy="576000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GB" dirty="0"/>
              <a:t>Click icon to add picture</a:t>
            </a:r>
            <a:endParaRPr lang="ru-RU" dirty="0"/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92E5689E-FA48-E14C-AEA1-4AB20B5A3519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3781907" y="3939765"/>
            <a:ext cx="7001281" cy="979474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33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1800" b="0" i="0" kern="1200" dirty="0" smtClean="0">
                <a:solidFill>
                  <a:srgbClr val="007CD7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Short description (2 to 3 lines)</a:t>
            </a:r>
          </a:p>
        </p:txBody>
      </p:sp>
      <p:sp>
        <p:nvSpPr>
          <p:cNvPr id="53" name="Text Placeholder 51">
            <a:extLst>
              <a:ext uri="{FF2B5EF4-FFF2-40B4-BE49-F238E27FC236}">
                <a16:creationId xmlns:a16="http://schemas.microsoft.com/office/drawing/2014/main" id="{5245B877-68E7-8C4D-9DAD-A0061BFDD60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774316" y="1889429"/>
            <a:ext cx="7032022" cy="189704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lang="ru-RU" sz="6600" b="1" kern="1200" dirty="0">
                <a:solidFill>
                  <a:srgbClr val="11076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Section Slide Title</a:t>
            </a:r>
            <a:endParaRPr lang="ru-RU" dirty="0"/>
          </a:p>
        </p:txBody>
      </p:sp>
      <p:sp>
        <p:nvSpPr>
          <p:cNvPr id="7" name="Footer Placeholder 22">
            <a:extLst>
              <a:ext uri="{FF2B5EF4-FFF2-40B4-BE49-F238E27FC236}">
                <a16:creationId xmlns:a16="http://schemas.microsoft.com/office/drawing/2014/main" id="{1E8E8EF6-E992-B24E-B43D-5A28D60D78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89691" y="637737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ru-RU" sz="1200" kern="1200">
                <a:solidFill>
                  <a:srgbClr val="9F9CB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1BFE49D-5A89-8A4C-B8B1-8491FE89B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02763" y="6385745"/>
            <a:ext cx="1056861" cy="365125"/>
          </a:xfrm>
          <a:prstGeom prst="rect">
            <a:avLst/>
          </a:prstGeom>
        </p:spPr>
        <p:txBody>
          <a:bodyPr anchor="ctr"/>
          <a:lstStyle>
            <a:lvl1pPr algn="r">
              <a:defRPr sz="1400">
                <a:solidFill>
                  <a:srgbClr val="A09DB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968B802-47E9-D447-A19C-33252E66520F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9A91E0E-34B9-EC43-91FB-A45839092FA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79425" y="6435198"/>
            <a:ext cx="932815" cy="251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291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92E5689E-FA48-E14C-AEA1-4AB20B5A3519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7009593" y="3472979"/>
            <a:ext cx="4683297" cy="1910552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33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1800" b="0" i="0" kern="1200" dirty="0" smtClean="0">
                <a:solidFill>
                  <a:srgbClr val="007CD7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Short description (4 to 6 lines)</a:t>
            </a:r>
          </a:p>
        </p:txBody>
      </p:sp>
      <p:sp>
        <p:nvSpPr>
          <p:cNvPr id="53" name="Text Placeholder 51">
            <a:extLst>
              <a:ext uri="{FF2B5EF4-FFF2-40B4-BE49-F238E27FC236}">
                <a16:creationId xmlns:a16="http://schemas.microsoft.com/office/drawing/2014/main" id="{5245B877-68E7-8C4D-9DAD-A0061BFDD60D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6963873" y="1312117"/>
            <a:ext cx="4729017" cy="205973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5000"/>
              </a:lnSpc>
              <a:buNone/>
              <a:defRPr lang="ru-RU" sz="6600" b="1" kern="1200" dirty="0">
                <a:solidFill>
                  <a:srgbClr val="11076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Section Slide Title</a:t>
            </a:r>
            <a:endParaRPr lang="ru-RU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9205229A-D031-6640-B370-889D01D5278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71025" y="367653"/>
            <a:ext cx="6258375" cy="5924863"/>
          </a:xfrm>
          <a:prstGeom prst="roundRect">
            <a:avLst>
              <a:gd name="adj" fmla="val 3934"/>
            </a:avLst>
          </a:prstGeom>
          <a:blipFill dpi="0" rotWithShape="1">
            <a:blip r:embed="rId2">
              <a:lum/>
            </a:blip>
            <a:srcRect/>
            <a:tile tx="0" ty="0" sx="100000" sy="100000" flip="none" algn="tl"/>
          </a:blip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en-GB" dirty="0"/>
              <a:t>Click icon to add picture</a:t>
            </a:r>
            <a:endParaRPr lang="ru-RU" dirty="0"/>
          </a:p>
        </p:txBody>
      </p:sp>
      <p:sp>
        <p:nvSpPr>
          <p:cNvPr id="7" name="Footer Placeholder 22">
            <a:extLst>
              <a:ext uri="{FF2B5EF4-FFF2-40B4-BE49-F238E27FC236}">
                <a16:creationId xmlns:a16="http://schemas.microsoft.com/office/drawing/2014/main" id="{A047AB2B-4F06-7E41-B6AF-3543FD89CE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89691" y="637737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ru-RU" sz="1200" kern="1200">
                <a:solidFill>
                  <a:srgbClr val="9F9CB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3D4118D-961A-554D-896B-7A5049F82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02763" y="6385745"/>
            <a:ext cx="1056861" cy="365125"/>
          </a:xfrm>
          <a:prstGeom prst="rect">
            <a:avLst/>
          </a:prstGeom>
        </p:spPr>
        <p:txBody>
          <a:bodyPr anchor="ctr"/>
          <a:lstStyle>
            <a:lvl1pPr algn="r">
              <a:defRPr sz="1400">
                <a:solidFill>
                  <a:srgbClr val="A09DB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968B802-47E9-D447-A19C-33252E66520F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C9B78BB-E858-B24F-AB13-25C77A42122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79425" y="6435198"/>
            <a:ext cx="932815" cy="251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 + Imag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C7178A90-1090-AA4E-9920-0E9040D3977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71025" y="367653"/>
            <a:ext cx="6258375" cy="5924863"/>
          </a:xfrm>
          <a:prstGeom prst="roundRect">
            <a:avLst>
              <a:gd name="adj" fmla="val 3934"/>
            </a:avLst>
          </a:prstGeom>
          <a:blipFill dpi="0" rotWithShape="1">
            <a:blip r:embed="rId2">
              <a:lum/>
            </a:blip>
            <a:srcRect/>
            <a:tile tx="0" ty="0" sx="100000" sy="100000" flip="none" algn="tl"/>
          </a:blip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en-GB" dirty="0"/>
              <a:t>Click icon to add picture</a:t>
            </a:r>
            <a:endParaRPr lang="ru-RU" dirty="0"/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92E5689E-FA48-E14C-AEA1-4AB20B5A3519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7009593" y="2764319"/>
            <a:ext cx="4683297" cy="1807681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33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1800" b="0" i="0" kern="1200" dirty="0" smtClean="0">
                <a:solidFill>
                  <a:srgbClr val="007CD7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Short description (4 to 6 lines)</a:t>
            </a:r>
          </a:p>
        </p:txBody>
      </p:sp>
      <p:sp>
        <p:nvSpPr>
          <p:cNvPr id="53" name="Text Placeholder 51">
            <a:extLst>
              <a:ext uri="{FF2B5EF4-FFF2-40B4-BE49-F238E27FC236}">
                <a16:creationId xmlns:a16="http://schemas.microsoft.com/office/drawing/2014/main" id="{5245B877-68E7-8C4D-9DAD-A0061BFDD60D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6963873" y="603457"/>
            <a:ext cx="4729017" cy="205973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5000"/>
              </a:lnSpc>
              <a:buNone/>
              <a:defRPr lang="ru-RU" sz="6600" b="1" kern="1200" dirty="0">
                <a:solidFill>
                  <a:srgbClr val="11076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Section Slide Title</a:t>
            </a:r>
            <a:endParaRPr lang="ru-RU" dirty="0"/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DF01E6A9-2356-0441-B404-3C80332F3AD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032453" y="3228658"/>
            <a:ext cx="4729017" cy="2406332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33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1500" b="0" i="0" kern="1200" dirty="0" smtClean="0">
                <a:solidFill>
                  <a:srgbClr val="11076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33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500" b="0" i="0" dirty="0">
                <a:solidFill>
                  <a:srgbClr val="1107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 the species is limited to forests with native vegetation, it is largely restricted to the Black River Gorges National Park in the southwest of Mauritius.</a:t>
            </a:r>
            <a:br>
              <a:rPr lang="en-US" sz="1500" b="0" i="0" dirty="0">
                <a:solidFill>
                  <a:srgbClr val="11076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/>
              <a:t>It is arboreal and keeps to the canopy, where it feeds and rests. It nests in natural cavities in old trees, and clutches usually consist of two to four white eggs.</a:t>
            </a:r>
          </a:p>
        </p:txBody>
      </p:sp>
      <p:sp>
        <p:nvSpPr>
          <p:cNvPr id="9" name="Footer Placeholder 22">
            <a:extLst>
              <a:ext uri="{FF2B5EF4-FFF2-40B4-BE49-F238E27FC236}">
                <a16:creationId xmlns:a16="http://schemas.microsoft.com/office/drawing/2014/main" id="{E27B5132-D8B6-B948-AFE7-D04E32D6C8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89691" y="637737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ru-RU" sz="1200" kern="1200">
                <a:solidFill>
                  <a:srgbClr val="9F9CB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EBA740F6-9BCA-2343-93CA-D1D6C19F5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02763" y="6385745"/>
            <a:ext cx="1056861" cy="365125"/>
          </a:xfrm>
          <a:prstGeom prst="rect">
            <a:avLst/>
          </a:prstGeom>
        </p:spPr>
        <p:txBody>
          <a:bodyPr anchor="ctr"/>
          <a:lstStyle>
            <a:lvl1pPr algn="r">
              <a:defRPr sz="1400">
                <a:solidFill>
                  <a:srgbClr val="A09DB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968B802-47E9-D447-A19C-33252E66520F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980DC28-2E5F-744E-8129-0455DDEB47F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79425" y="6435198"/>
            <a:ext cx="932815" cy="251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447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s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oter Placeholder 22">
            <a:extLst>
              <a:ext uri="{FF2B5EF4-FFF2-40B4-BE49-F238E27FC236}">
                <a16:creationId xmlns:a16="http://schemas.microsoft.com/office/drawing/2014/main" id="{3788DDE0-3904-514E-B965-2C8E33B7F6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89691" y="637737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ru-RU" sz="1200" kern="1200">
                <a:solidFill>
                  <a:srgbClr val="9F9CB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F90B2F-3932-C04B-9577-D122CB228F0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02656" y="2372137"/>
            <a:ext cx="3960000" cy="65160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10000"/>
              </a:lnSpc>
              <a:buNone/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accommodation options from 85+ suppliers</a:t>
            </a:r>
            <a:endParaRPr lang="ru-RU" dirty="0"/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9BB5CDF3-2137-A448-9D33-60AFCD8B280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02657" y="3722587"/>
            <a:ext cx="3960000" cy="65160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10000"/>
              </a:lnSpc>
              <a:buNone/>
              <a:defRPr sz="16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and personal account manager</a:t>
            </a:r>
            <a:endParaRPr lang="ru-RU" dirty="0"/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918812F2-A2D1-F94D-8C13-BC765C4C01A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02657" y="5065073"/>
            <a:ext cx="3960000" cy="651600"/>
          </a:xfrm>
          <a:prstGeom prst="rect">
            <a:avLst/>
          </a:prstGeom>
        </p:spPr>
        <p:txBody>
          <a:bodyPr anchor="t"/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b="1" smtClean="0"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in rubles</a:t>
            </a:r>
            <a:endParaRPr lang="en-US" dirty="0">
              <a:solidFill>
                <a:srgbClr val="0F004F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9" name="Text Placeholder 2">
            <a:extLst>
              <a:ext uri="{FF2B5EF4-FFF2-40B4-BE49-F238E27FC236}">
                <a16:creationId xmlns:a16="http://schemas.microsoft.com/office/drawing/2014/main" id="{17688695-8FBB-414E-AEDE-83566C22DB7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85477" y="2372137"/>
            <a:ext cx="3960000" cy="65160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10000"/>
              </a:lnSpc>
              <a:buNone/>
              <a:defRPr sz="16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interface and high-quality content</a:t>
            </a:r>
            <a:endParaRPr lang="ru-RU" dirty="0"/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D5FFA397-270A-274C-94B7-A97552EA2F3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685477" y="3722587"/>
            <a:ext cx="3960000" cy="65160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10000"/>
              </a:lnSpc>
              <a:buNone/>
              <a:defRPr sz="16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workflow system</a:t>
            </a:r>
            <a:endParaRPr lang="ru-RU" dirty="0"/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715A61EC-6FC0-654B-B82D-44DEB931C89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85477" y="5065073"/>
            <a:ext cx="3960000" cy="65160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10000"/>
              </a:lnSpc>
              <a:buNone/>
              <a:defRPr sz="16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You dreamed about</a:t>
            </a:r>
            <a:endParaRPr lang="ru-RU" dirty="0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CC60D03B-39F7-1C4A-838D-66D39AB04C3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702656" y="1798142"/>
            <a:ext cx="4320000" cy="540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10000"/>
              </a:lnSpc>
              <a:buNone/>
              <a:defRPr sz="3800" b="1">
                <a:solidFill>
                  <a:srgbClr val="9F9CB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1 000 000+</a:t>
            </a:r>
            <a:endParaRPr lang="ru-RU"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8F4F748B-72C0-0F4E-9560-0CE8EEBBC63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02656" y="3163115"/>
            <a:ext cx="4320000" cy="540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10000"/>
              </a:lnSpc>
              <a:buNone/>
              <a:defRPr sz="3800" b="1">
                <a:solidFill>
                  <a:srgbClr val="9F9CB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24/7 support</a:t>
            </a:r>
            <a:endParaRPr lang="ru-RU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D2618D81-F87E-C943-ACF5-205093B91BC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702656" y="4488332"/>
            <a:ext cx="4320000" cy="540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10000"/>
              </a:lnSpc>
              <a:buNone/>
              <a:defRPr sz="3800" b="1">
                <a:solidFill>
                  <a:srgbClr val="9F9CB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Net prices fixed</a:t>
            </a:r>
            <a:endParaRPr lang="ru-RU" dirty="0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8511970D-5C93-B744-9128-EF099530B3B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685473" y="1798142"/>
            <a:ext cx="4320000" cy="540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10000"/>
              </a:lnSpc>
              <a:buNone/>
              <a:defRPr sz="3800" b="1">
                <a:solidFill>
                  <a:srgbClr val="9F9CB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User-friendly</a:t>
            </a:r>
            <a:endParaRPr lang="ru-RU" dirty="0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D6E0F145-F199-9A44-A64E-690F60A45D3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685473" y="3163115"/>
            <a:ext cx="4320000" cy="540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10000"/>
              </a:lnSpc>
              <a:buNone/>
              <a:defRPr sz="3800" b="1">
                <a:solidFill>
                  <a:srgbClr val="9F9CB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Automated</a:t>
            </a:r>
            <a:endParaRPr lang="ru-RU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4635FA8E-B93D-B242-8D69-BC78AA3853D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685473" y="4488332"/>
            <a:ext cx="4320000" cy="540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10000"/>
              </a:lnSpc>
              <a:buNone/>
              <a:defRPr sz="3800" b="1">
                <a:solidFill>
                  <a:srgbClr val="9F9CB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Loyalty program</a:t>
            </a:r>
            <a:endParaRPr lang="ru-RU" dirty="0"/>
          </a:p>
        </p:txBody>
      </p:sp>
      <p:sp>
        <p:nvSpPr>
          <p:cNvPr id="27" name="Text Placeholder 30">
            <a:extLst>
              <a:ext uri="{FF2B5EF4-FFF2-40B4-BE49-F238E27FC236}">
                <a16:creationId xmlns:a16="http://schemas.microsoft.com/office/drawing/2014/main" id="{2B4DD7DA-4037-DD4A-9058-14023AF2F7C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22716" y="532852"/>
            <a:ext cx="11226977" cy="5359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ru-RU" sz="3600" b="1" kern="1200" dirty="0">
                <a:solidFill>
                  <a:srgbClr val="11076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  <a:endParaRPr lang="ru-RU" dirty="0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725CBBC-7B21-C54A-B21F-79C6C80B8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02763" y="6385745"/>
            <a:ext cx="1056861" cy="365125"/>
          </a:xfrm>
          <a:prstGeom prst="rect">
            <a:avLst/>
          </a:prstGeom>
        </p:spPr>
        <p:txBody>
          <a:bodyPr anchor="ctr"/>
          <a:lstStyle>
            <a:lvl1pPr algn="r">
              <a:defRPr sz="1400">
                <a:solidFill>
                  <a:srgbClr val="A09DB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968B802-47E9-D447-A19C-33252E66520F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AF0A31C7-FC5B-6E48-B81C-B62FBF3B18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79425" y="6435198"/>
            <a:ext cx="932815" cy="251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1683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ses +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oter Placeholder 22">
            <a:extLst>
              <a:ext uri="{FF2B5EF4-FFF2-40B4-BE49-F238E27FC236}">
                <a16:creationId xmlns:a16="http://schemas.microsoft.com/office/drawing/2014/main" id="{3788DDE0-3904-514E-B965-2C8E33B7F6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89691" y="637737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ru-RU" sz="1200" kern="1200">
                <a:solidFill>
                  <a:srgbClr val="9F9CB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F90B2F-3932-C04B-9577-D122CB228F0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874934" y="1849483"/>
            <a:ext cx="3847941" cy="804863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10000"/>
              </a:lnSpc>
              <a:buNone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1 000 000+ accommodation options from 85+ suppliers</a:t>
            </a:r>
            <a:endParaRPr lang="ru-RU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D0DAE44-5DA5-3F47-847E-0354536F2C6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70929" y="1848951"/>
            <a:ext cx="805395" cy="805395"/>
          </a:xfrm>
          <a:prstGeom prst="rect">
            <a:avLst/>
          </a:prstGeo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noFill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icon to add picture</a:t>
            </a:r>
            <a:endParaRPr lang="ru-RU" dirty="0"/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9BB5CDF3-2137-A448-9D33-60AFCD8B280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74934" y="3152745"/>
            <a:ext cx="3847941" cy="804863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10000"/>
              </a:lnSpc>
              <a:buNone/>
              <a:defRPr sz="2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24/7 support and personal account manager</a:t>
            </a:r>
            <a:endParaRPr lang="ru-RU" dirty="0"/>
          </a:p>
        </p:txBody>
      </p:sp>
      <p:sp>
        <p:nvSpPr>
          <p:cNvPr id="35" name="Picture Placeholder 4">
            <a:extLst>
              <a:ext uri="{FF2B5EF4-FFF2-40B4-BE49-F238E27FC236}">
                <a16:creationId xmlns:a16="http://schemas.microsoft.com/office/drawing/2014/main" id="{BA611FA0-52B3-A948-8013-4EB5C47E1C2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70929" y="3152213"/>
            <a:ext cx="805395" cy="805395"/>
          </a:xfrm>
          <a:prstGeom prst="rect">
            <a:avLst/>
          </a:prstGeo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noFill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icon to add picture</a:t>
            </a:r>
            <a:endParaRPr lang="ru-RU" dirty="0"/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918812F2-A2D1-F94D-8C13-BC765C4C01A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74934" y="4455475"/>
            <a:ext cx="3847941" cy="804863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000" b="1" smtClean="0"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Net prices fixed in rubles</a:t>
            </a:r>
            <a:endParaRPr lang="en-US" dirty="0">
              <a:solidFill>
                <a:srgbClr val="0F004F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id="{CBE9B479-C2C0-EF40-A451-0BD7E3F9943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70929" y="4454943"/>
            <a:ext cx="805395" cy="805395"/>
          </a:xfrm>
          <a:prstGeom prst="rect">
            <a:avLst/>
          </a:prstGeo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noFill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icon to add picture</a:t>
            </a:r>
            <a:endParaRPr lang="ru-RU" dirty="0"/>
          </a:p>
        </p:txBody>
      </p:sp>
      <p:sp>
        <p:nvSpPr>
          <p:cNvPr id="49" name="Text Placeholder 2">
            <a:extLst>
              <a:ext uri="{FF2B5EF4-FFF2-40B4-BE49-F238E27FC236}">
                <a16:creationId xmlns:a16="http://schemas.microsoft.com/office/drawing/2014/main" id="{17688695-8FBB-414E-AEDE-83566C22DB7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15563" y="1849483"/>
            <a:ext cx="3847941" cy="804863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10000"/>
              </a:lnSpc>
              <a:buNone/>
              <a:defRPr sz="2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User-friendly interface and high-quality content</a:t>
            </a:r>
            <a:endParaRPr lang="ru-RU" dirty="0"/>
          </a:p>
        </p:txBody>
      </p:sp>
      <p:sp>
        <p:nvSpPr>
          <p:cNvPr id="50" name="Picture Placeholder 4">
            <a:extLst>
              <a:ext uri="{FF2B5EF4-FFF2-40B4-BE49-F238E27FC236}">
                <a16:creationId xmlns:a16="http://schemas.microsoft.com/office/drawing/2014/main" id="{9B54A706-FE18-3D4B-83CD-1F8FA6D0C89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311558" y="1848951"/>
            <a:ext cx="805395" cy="805395"/>
          </a:xfrm>
          <a:prstGeom prst="rect">
            <a:avLst/>
          </a:prstGeo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noFill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icon to add picture</a:t>
            </a:r>
            <a:endParaRPr lang="ru-RU" dirty="0"/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D5FFA397-270A-274C-94B7-A97552EA2F3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15563" y="3152745"/>
            <a:ext cx="3847941" cy="804863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10000"/>
              </a:lnSpc>
              <a:buNone/>
              <a:defRPr sz="2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Automated workflow system</a:t>
            </a:r>
            <a:endParaRPr lang="ru-RU" dirty="0"/>
          </a:p>
        </p:txBody>
      </p:sp>
      <p:sp>
        <p:nvSpPr>
          <p:cNvPr id="52" name="Picture Placeholder 4">
            <a:extLst>
              <a:ext uri="{FF2B5EF4-FFF2-40B4-BE49-F238E27FC236}">
                <a16:creationId xmlns:a16="http://schemas.microsoft.com/office/drawing/2014/main" id="{56BE4BD7-A4CC-A041-B2D2-A50667BF1097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311558" y="3152213"/>
            <a:ext cx="805395" cy="805395"/>
          </a:xfrm>
          <a:prstGeom prst="rect">
            <a:avLst/>
          </a:prstGeo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noFill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icon to add picture</a:t>
            </a:r>
            <a:endParaRPr lang="ru-RU" dirty="0"/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715A61EC-6FC0-654B-B82D-44DEB931C89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215563" y="4455475"/>
            <a:ext cx="3847941" cy="804863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10000"/>
              </a:lnSpc>
              <a:buNone/>
              <a:defRPr sz="2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Loyalty program</a:t>
            </a:r>
            <a:endParaRPr lang="ru-RU" dirty="0"/>
          </a:p>
        </p:txBody>
      </p:sp>
      <p:sp>
        <p:nvSpPr>
          <p:cNvPr id="54" name="Picture Placeholder 4">
            <a:extLst>
              <a:ext uri="{FF2B5EF4-FFF2-40B4-BE49-F238E27FC236}">
                <a16:creationId xmlns:a16="http://schemas.microsoft.com/office/drawing/2014/main" id="{A8024CF8-314F-F943-9212-8AC1823FD3B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311558" y="4454943"/>
            <a:ext cx="805395" cy="805395"/>
          </a:xfrm>
          <a:prstGeom prst="rect">
            <a:avLst/>
          </a:prstGeo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noFill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icon to add picture</a:t>
            </a:r>
            <a:endParaRPr lang="ru-RU" dirty="0"/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0155C9BA-E4E9-5246-9753-7EC980D6133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22716" y="532852"/>
            <a:ext cx="11226977" cy="5359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ru-RU" sz="3600" b="1" kern="1200" dirty="0">
                <a:solidFill>
                  <a:srgbClr val="11076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  <a:endParaRPr lang="ru-RU" dirty="0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4A2CDB67-4310-704A-B7F9-2E060246F43E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>
          <a:xfrm>
            <a:off x="10702763" y="6385745"/>
            <a:ext cx="1056861" cy="365125"/>
          </a:xfrm>
          <a:prstGeom prst="rect">
            <a:avLst/>
          </a:prstGeom>
        </p:spPr>
        <p:txBody>
          <a:bodyPr anchor="ctr"/>
          <a:lstStyle>
            <a:lvl1pPr algn="r">
              <a:defRPr sz="1400">
                <a:solidFill>
                  <a:srgbClr val="A09DB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968B802-47E9-D447-A19C-33252E66520F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6EBA326-6EA6-A44A-8D04-5DE9A1E1FC97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479425" y="6435198"/>
            <a:ext cx="932815" cy="251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8627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54881F3D-CA11-2C43-8227-01D344192829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349204" y="1400808"/>
            <a:ext cx="7653868" cy="4118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lang="ru-RU" sz="2400" b="1" kern="1200" dirty="0">
                <a:solidFill>
                  <a:srgbClr val="11076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Heading</a:t>
            </a:r>
            <a:endParaRPr lang="ru-RU" dirty="0"/>
          </a:p>
        </p:txBody>
      </p:sp>
      <p:sp>
        <p:nvSpPr>
          <p:cNvPr id="39" name="Text Placeholder 30">
            <a:extLst>
              <a:ext uri="{FF2B5EF4-FFF2-40B4-BE49-F238E27FC236}">
                <a16:creationId xmlns:a16="http://schemas.microsoft.com/office/drawing/2014/main" id="{592E0482-857E-4341-A453-9F51B38F723C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2349204" y="3728745"/>
            <a:ext cx="7653868" cy="4118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lang="ru-RU" sz="2400" b="1" kern="1200" dirty="0">
                <a:solidFill>
                  <a:srgbClr val="11076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Heading</a:t>
            </a:r>
            <a:endParaRPr lang="ru-RU" dirty="0"/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92E5689E-FA48-E14C-AEA1-4AB20B5A3519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2349905" y="2211388"/>
            <a:ext cx="7653078" cy="1305535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33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1500" b="0" i="0" kern="1200" dirty="0" smtClean="0">
                <a:solidFill>
                  <a:srgbClr val="11076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33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500" b="0" i="0" dirty="0">
                <a:solidFill>
                  <a:srgbClr val="1107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 the species is limited to forests with native vegetation, it is largely restricted to the Black River Gorges National Park in the southwest of Mauritius.</a:t>
            </a:r>
            <a:r>
              <a:rPr lang="ru-RU" sz="1500" b="0" i="0" dirty="0">
                <a:solidFill>
                  <a:srgbClr val="1107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/>
              <a:t>It is arboreal and keeps to the canopy, where it feeds and rests. It nests in natural cavities in old trees, and clutches usually consist of two to four white eggs.</a:t>
            </a:r>
          </a:p>
        </p:txBody>
      </p:sp>
      <p:sp>
        <p:nvSpPr>
          <p:cNvPr id="13" name="Footer Placeholder 22">
            <a:extLst>
              <a:ext uri="{FF2B5EF4-FFF2-40B4-BE49-F238E27FC236}">
                <a16:creationId xmlns:a16="http://schemas.microsoft.com/office/drawing/2014/main" id="{3788DDE0-3904-514E-B965-2C8E33B7F6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89691" y="637737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ru-RU" sz="1200" kern="1200">
                <a:solidFill>
                  <a:srgbClr val="9F9CB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139DB5D5-4F79-6245-A448-F24763C34E2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349204" y="1871190"/>
            <a:ext cx="7653868" cy="2812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ru-RU" sz="1200" b="0" i="1" kern="1200" dirty="0">
                <a:solidFill>
                  <a:srgbClr val="706B9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sz="1200" b="0" i="1" dirty="0">
                <a:solidFill>
                  <a:srgbClr val="706B9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Subline: There is a time of year when these birds eat a seed that makes their flesh bitter and even dangerous.</a:t>
            </a:r>
            <a:endParaRPr lang="ru-RU" sz="1200" b="0" i="1" dirty="0">
              <a:solidFill>
                <a:srgbClr val="706B9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Placeholder 43">
            <a:extLst>
              <a:ext uri="{FF2B5EF4-FFF2-40B4-BE49-F238E27FC236}">
                <a16:creationId xmlns:a16="http://schemas.microsoft.com/office/drawing/2014/main" id="{DBE94BC7-F8BA-AE4A-AC2E-13BADC1C441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49905" y="4180866"/>
            <a:ext cx="7653078" cy="728759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33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1500" b="0" i="0" kern="1200" dirty="0" smtClean="0">
                <a:solidFill>
                  <a:srgbClr val="11076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33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500" b="0" i="0" dirty="0">
                <a:solidFill>
                  <a:srgbClr val="1107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 the species is limited to forests with native vegetation, it is largely restricted to the Black River Gorges National Park in the southwest of Mauritius.</a:t>
            </a:r>
            <a:endParaRPr lang="en-US" dirty="0"/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E5DB2CF6-BFFE-8343-82D0-8AB386A5113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22716" y="532852"/>
            <a:ext cx="11226977" cy="5359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ru-RU" sz="3600" b="1" kern="1200" dirty="0">
                <a:solidFill>
                  <a:srgbClr val="11076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  <a:endParaRPr lang="ru-RU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A15FE8FD-05B9-2444-AE6C-DBF9712D7B32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>
          <a:xfrm>
            <a:off x="10702763" y="6385745"/>
            <a:ext cx="1056861" cy="365125"/>
          </a:xfrm>
          <a:prstGeom prst="rect">
            <a:avLst/>
          </a:prstGeom>
        </p:spPr>
        <p:txBody>
          <a:bodyPr anchor="ctr"/>
          <a:lstStyle>
            <a:lvl1pPr algn="r">
              <a:defRPr sz="1400">
                <a:solidFill>
                  <a:srgbClr val="A09DB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968B802-47E9-D447-A19C-33252E66520F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6E6ADD9-FD10-1B42-ADC0-F91D9EEA308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79425" y="6435198"/>
            <a:ext cx="932815" cy="251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2478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54881F3D-CA11-2C43-8227-01D344192829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34146" y="1456228"/>
            <a:ext cx="5400000" cy="4118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lang="ru-RU" sz="2400" b="1" kern="1200" dirty="0">
                <a:solidFill>
                  <a:srgbClr val="11076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Heading</a:t>
            </a:r>
            <a:endParaRPr lang="ru-RU" dirty="0"/>
          </a:p>
        </p:txBody>
      </p:sp>
      <p:sp>
        <p:nvSpPr>
          <p:cNvPr id="39" name="Text Placeholder 30">
            <a:extLst>
              <a:ext uri="{FF2B5EF4-FFF2-40B4-BE49-F238E27FC236}">
                <a16:creationId xmlns:a16="http://schemas.microsoft.com/office/drawing/2014/main" id="{592E0482-857E-4341-A453-9F51B38F723C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6286619" y="1456228"/>
            <a:ext cx="5400000" cy="4118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lang="ru-RU" sz="2400" b="1" kern="1200" dirty="0">
                <a:solidFill>
                  <a:srgbClr val="11076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Heading</a:t>
            </a:r>
            <a:endParaRPr lang="ru-RU" dirty="0"/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92E5689E-FA48-E14C-AEA1-4AB20B5A3519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434845" y="2424753"/>
            <a:ext cx="5400000" cy="352344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33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1500" b="0" i="0" kern="1200" dirty="0" smtClean="0">
                <a:solidFill>
                  <a:srgbClr val="11076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33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500" b="0" i="0" dirty="0">
                <a:solidFill>
                  <a:srgbClr val="1107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 the species is limited to forests with native vegetation, it is largely restricted to the Black River Gorges National Park in the southwest of Mauritius.</a:t>
            </a:r>
          </a:p>
          <a:p>
            <a:pPr lvl="0"/>
            <a:r>
              <a:rPr lang="en-US" dirty="0"/>
              <a:t>It is arboreal and keeps to the canopy, where it feeds and rests. It nests in natural cavities in old trees, and clutches usually consist of two to four white eggs.</a:t>
            </a:r>
          </a:p>
        </p:txBody>
      </p:sp>
      <p:sp>
        <p:nvSpPr>
          <p:cNvPr id="13" name="Footer Placeholder 22">
            <a:extLst>
              <a:ext uri="{FF2B5EF4-FFF2-40B4-BE49-F238E27FC236}">
                <a16:creationId xmlns:a16="http://schemas.microsoft.com/office/drawing/2014/main" id="{3788DDE0-3904-514E-B965-2C8E33B7F6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89691" y="637737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ru-RU" sz="1200" kern="1200">
                <a:solidFill>
                  <a:srgbClr val="9F9CB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139DB5D5-4F79-6245-A448-F24763C34E2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4145" y="1926610"/>
            <a:ext cx="5400000" cy="43718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ru-RU" sz="1200" b="0" i="1" kern="1200" dirty="0">
                <a:solidFill>
                  <a:srgbClr val="706B9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sz="1200" b="0" i="1" dirty="0">
                <a:solidFill>
                  <a:srgbClr val="706B9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Subline: There is a time of year when these birds eat a seed that makes their flesh bitter and even dangerous.</a:t>
            </a:r>
            <a:endParaRPr lang="ru-RU" sz="1200" b="0" i="1" dirty="0">
              <a:solidFill>
                <a:srgbClr val="706B9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Placeholder 43">
            <a:extLst>
              <a:ext uri="{FF2B5EF4-FFF2-40B4-BE49-F238E27FC236}">
                <a16:creationId xmlns:a16="http://schemas.microsoft.com/office/drawing/2014/main" id="{5552938C-7E3B-C344-875E-848AD0E0037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86619" y="1926609"/>
            <a:ext cx="5400000" cy="402158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33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1500" b="0" i="0" kern="1200" dirty="0" smtClean="0">
                <a:solidFill>
                  <a:srgbClr val="11076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33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500" b="0" i="0" dirty="0">
                <a:solidFill>
                  <a:srgbClr val="1107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 the species is limited to forests with native vegetation, it is largely restricted to the Black River Gorges National Park in the southwest of Mauritius.</a:t>
            </a:r>
          </a:p>
          <a:p>
            <a:pPr lvl="0"/>
            <a:r>
              <a:rPr lang="en-US" dirty="0"/>
              <a:t>It is arboreal and keeps to the canopy, where it feeds and rests. It nests in natural cavities in old trees, and clutches usually consist of two to four white eggs.</a:t>
            </a:r>
          </a:p>
        </p:txBody>
      </p:sp>
      <p:sp>
        <p:nvSpPr>
          <p:cNvPr id="11" name="Text Placeholder 30">
            <a:extLst>
              <a:ext uri="{FF2B5EF4-FFF2-40B4-BE49-F238E27FC236}">
                <a16:creationId xmlns:a16="http://schemas.microsoft.com/office/drawing/2014/main" id="{0458BD4C-3601-E64A-86B9-9CE53ABF8D9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22716" y="532852"/>
            <a:ext cx="11226977" cy="5359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ru-RU" sz="3600" b="1" kern="1200" dirty="0">
                <a:solidFill>
                  <a:srgbClr val="11076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  <a:endParaRPr lang="ru-RU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BA6EC52A-B48C-3E4C-B08C-8302A949A7C3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>
          <a:xfrm>
            <a:off x="10702763" y="6385745"/>
            <a:ext cx="1056861" cy="365125"/>
          </a:xfrm>
          <a:prstGeom prst="rect">
            <a:avLst/>
          </a:prstGeom>
        </p:spPr>
        <p:txBody>
          <a:bodyPr anchor="ctr"/>
          <a:lstStyle>
            <a:lvl1pPr algn="r">
              <a:defRPr sz="1400">
                <a:solidFill>
                  <a:srgbClr val="A09DB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968B802-47E9-D447-A19C-33252E66520F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0D0CA28-78F4-7D40-B7FD-CAD597C2EC1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79425" y="6435198"/>
            <a:ext cx="932815" cy="251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7400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54881F3D-CA11-2C43-8227-01D344192829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34146" y="1456228"/>
            <a:ext cx="3600000" cy="4118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lang="ru-RU" sz="2400" b="1" kern="1200" dirty="0">
                <a:solidFill>
                  <a:srgbClr val="11076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Heading</a:t>
            </a:r>
            <a:endParaRPr lang="ru-RU" dirty="0"/>
          </a:p>
        </p:txBody>
      </p:sp>
      <p:sp>
        <p:nvSpPr>
          <p:cNvPr id="39" name="Text Placeholder 30">
            <a:extLst>
              <a:ext uri="{FF2B5EF4-FFF2-40B4-BE49-F238E27FC236}">
                <a16:creationId xmlns:a16="http://schemas.microsoft.com/office/drawing/2014/main" id="{592E0482-857E-4341-A453-9F51B38F723C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4260381" y="1456228"/>
            <a:ext cx="3600000" cy="4118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lang="ru-RU" sz="2400" b="1" kern="1200" dirty="0">
                <a:solidFill>
                  <a:srgbClr val="11076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Heading</a:t>
            </a:r>
            <a:endParaRPr lang="ru-RU" dirty="0"/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92E5689E-FA48-E14C-AEA1-4AB20B5A3519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434845" y="2559402"/>
            <a:ext cx="3600000" cy="3388791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33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1500" b="0" i="0" kern="1200" dirty="0" smtClean="0">
                <a:solidFill>
                  <a:srgbClr val="11076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33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500" b="0" i="0" dirty="0">
                <a:solidFill>
                  <a:srgbClr val="1107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 the species is limited to forests with native vegetation, it is largely restricted to the Black River Gorges National Park in the southwest of Mauritius.</a:t>
            </a:r>
          </a:p>
          <a:p>
            <a:pPr lvl="0"/>
            <a:r>
              <a:rPr lang="en-US" dirty="0"/>
              <a:t>It is arboreal and keeps to the canopy, where it feeds and rests. It nests in natural cavities in old trees, and clutches usually consist of two to four white eggs.</a:t>
            </a:r>
          </a:p>
        </p:txBody>
      </p:sp>
      <p:sp>
        <p:nvSpPr>
          <p:cNvPr id="13" name="Footer Placeholder 22">
            <a:extLst>
              <a:ext uri="{FF2B5EF4-FFF2-40B4-BE49-F238E27FC236}">
                <a16:creationId xmlns:a16="http://schemas.microsoft.com/office/drawing/2014/main" id="{3788DDE0-3904-514E-B965-2C8E33B7F6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89691" y="637737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ru-RU" sz="1200" kern="1200">
                <a:solidFill>
                  <a:srgbClr val="9F9CB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139DB5D5-4F79-6245-A448-F24763C34E2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4145" y="1926610"/>
            <a:ext cx="3600000" cy="5742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ru-RU" sz="1200" b="0" i="1" kern="1200" dirty="0">
                <a:solidFill>
                  <a:srgbClr val="706B9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sz="1200" b="0" i="1" dirty="0">
                <a:solidFill>
                  <a:srgbClr val="706B9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Subline: There is a time of year when these birds eat a seed that makes their flesh bitter and even dangerous.</a:t>
            </a:r>
            <a:endParaRPr lang="ru-RU" sz="1200" b="0" i="1" dirty="0">
              <a:solidFill>
                <a:srgbClr val="706B9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Placeholder 30">
            <a:extLst>
              <a:ext uri="{FF2B5EF4-FFF2-40B4-BE49-F238E27FC236}">
                <a16:creationId xmlns:a16="http://schemas.microsoft.com/office/drawing/2014/main" id="{00162E11-2BF4-254A-A744-BD1C5904E82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79936" y="1456228"/>
            <a:ext cx="3600000" cy="4118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lang="ru-RU" sz="2400" b="1" kern="1200" dirty="0">
                <a:solidFill>
                  <a:srgbClr val="11076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Heading</a:t>
            </a:r>
            <a:endParaRPr lang="ru-RU" dirty="0"/>
          </a:p>
        </p:txBody>
      </p:sp>
      <p:sp>
        <p:nvSpPr>
          <p:cNvPr id="14" name="Text Placeholder 43">
            <a:extLst>
              <a:ext uri="{FF2B5EF4-FFF2-40B4-BE49-F238E27FC236}">
                <a16:creationId xmlns:a16="http://schemas.microsoft.com/office/drawing/2014/main" id="{7730CAD9-8722-9640-947E-AE66351A2B3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085614" y="1950621"/>
            <a:ext cx="3600000" cy="3997571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33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1500" b="0" i="0" kern="1200" dirty="0" smtClean="0">
                <a:solidFill>
                  <a:srgbClr val="11076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33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500" b="0" i="0" dirty="0">
                <a:solidFill>
                  <a:srgbClr val="1107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 the species is limited to forests with native vegetation, it is largely restricted to the Black River Gorges National Park in the southwest of Mauritius.</a:t>
            </a:r>
          </a:p>
          <a:p>
            <a:pPr lvl="0"/>
            <a:r>
              <a:rPr lang="en-US" dirty="0"/>
              <a:t>It is arboreal and keeps to the canopy, where it feeds and rests. It nests in natural cavities in old trees, and clutches usually consist of two to four white eggs.</a:t>
            </a:r>
          </a:p>
        </p:txBody>
      </p:sp>
      <p:sp>
        <p:nvSpPr>
          <p:cNvPr id="18" name="Text Placeholder 43">
            <a:extLst>
              <a:ext uri="{FF2B5EF4-FFF2-40B4-BE49-F238E27FC236}">
                <a16:creationId xmlns:a16="http://schemas.microsoft.com/office/drawing/2014/main" id="{CBBDD36B-1409-6444-B5F3-305E5477806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260381" y="1950621"/>
            <a:ext cx="3600000" cy="3997571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33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1500" b="0" i="0" kern="1200" dirty="0" smtClean="0">
                <a:solidFill>
                  <a:srgbClr val="11076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33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500" b="0" i="0" dirty="0">
                <a:solidFill>
                  <a:srgbClr val="1107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 the species is limited to forests with native vegetation, it is largely restricted to the Black River Gorges National Park in the southwest of Mauritius.</a:t>
            </a:r>
          </a:p>
          <a:p>
            <a:pPr lvl="0"/>
            <a:r>
              <a:rPr lang="en-US" dirty="0"/>
              <a:t>It is arboreal and keeps to the canopy, where it feeds and rests. It nests in natural cavities in old trees, and clutches usually consist of two to four white eggs.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F5CAF315-1320-5D4F-B9C8-79970904CC2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22716" y="532852"/>
            <a:ext cx="11226977" cy="5359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ru-RU" sz="3600" b="1" kern="1200" dirty="0">
                <a:solidFill>
                  <a:srgbClr val="11076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  <a:endParaRPr lang="ru-RU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8528F7B2-3D82-4E4E-9E81-3A72CC1F97BA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>
          <a:xfrm>
            <a:off x="10702763" y="6385745"/>
            <a:ext cx="1056861" cy="365125"/>
          </a:xfrm>
          <a:prstGeom prst="rect">
            <a:avLst/>
          </a:prstGeom>
        </p:spPr>
        <p:txBody>
          <a:bodyPr anchor="ctr"/>
          <a:lstStyle>
            <a:lvl1pPr algn="r">
              <a:defRPr sz="1400">
                <a:solidFill>
                  <a:srgbClr val="A09DB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968B802-47E9-D447-A19C-33252E66520F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20BA36C-1748-B043-8F84-4B2149FDA19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79425" y="6435198"/>
            <a:ext cx="932815" cy="251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5349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Wid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54881F3D-CA11-2C43-8227-01D344192829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34146" y="1400808"/>
            <a:ext cx="11148254" cy="4118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lang="ru-RU" sz="2400" b="1" kern="1200" dirty="0">
                <a:solidFill>
                  <a:srgbClr val="11076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Heading</a:t>
            </a:r>
            <a:endParaRPr lang="ru-RU" dirty="0"/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92E5689E-FA48-E14C-AEA1-4AB20B5A3519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434146" y="2211388"/>
            <a:ext cx="5509454" cy="1169877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33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1500" b="0" i="0" kern="1200" dirty="0" smtClean="0">
                <a:solidFill>
                  <a:srgbClr val="11076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33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500" b="0" i="0" dirty="0">
                <a:solidFill>
                  <a:srgbClr val="1107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 the species is limited to forests with native vegetation, it is largely restricted to the Black River Gorges National Park in the southwest of Mauritius.</a:t>
            </a:r>
            <a:endParaRPr lang="en-US" dirty="0"/>
          </a:p>
        </p:txBody>
      </p:sp>
      <p:sp>
        <p:nvSpPr>
          <p:cNvPr id="13" name="Footer Placeholder 22">
            <a:extLst>
              <a:ext uri="{FF2B5EF4-FFF2-40B4-BE49-F238E27FC236}">
                <a16:creationId xmlns:a16="http://schemas.microsoft.com/office/drawing/2014/main" id="{3788DDE0-3904-514E-B965-2C8E33B7F6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89691" y="637737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ru-RU" sz="1200" kern="1200">
                <a:solidFill>
                  <a:srgbClr val="9F9CB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139DB5D5-4F79-6245-A448-F24763C34E2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4146" y="1871190"/>
            <a:ext cx="11148254" cy="2812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ru-RU" sz="1200" b="0" i="1" kern="1200" dirty="0">
                <a:solidFill>
                  <a:srgbClr val="706B9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sz="1200" b="0" i="1" dirty="0">
                <a:solidFill>
                  <a:srgbClr val="706B9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Subline: There is a time of year when these birds eat a seed that makes their flesh bitter and even dangerous.</a:t>
            </a:r>
            <a:endParaRPr lang="ru-RU" sz="1200" b="0" i="1" dirty="0">
              <a:solidFill>
                <a:srgbClr val="706B9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Placeholder 43">
            <a:extLst>
              <a:ext uri="{FF2B5EF4-FFF2-40B4-BE49-F238E27FC236}">
                <a16:creationId xmlns:a16="http://schemas.microsoft.com/office/drawing/2014/main" id="{DC1C5712-91A3-1247-A206-0E697158846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40559" y="2211388"/>
            <a:ext cx="5441841" cy="1169877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33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1500" b="0" i="0" kern="1200" dirty="0" smtClean="0">
                <a:solidFill>
                  <a:srgbClr val="11076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It is arboreal and keeps to the canopy, where it feeds and rests. It nests in natural cavities in old trees, and clutches usually consist of two to four white eggs.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6E9A524C-B100-DD41-BA38-1ED2E17FD02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45927" y="3604822"/>
            <a:ext cx="11234009" cy="2628338"/>
          </a:xfrm>
          <a:prstGeom prst="roundRect">
            <a:avLst>
              <a:gd name="adj" fmla="val 3643"/>
            </a:avLst>
          </a:prstGeom>
          <a:ln w="25400">
            <a:solidFill>
              <a:srgbClr val="E4E3ED"/>
            </a:solidFill>
          </a:ln>
        </p:spPr>
        <p:txBody>
          <a:bodyPr/>
          <a:lstStyle>
            <a:lvl1pPr>
              <a:defRPr>
                <a:noFill/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noFill/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noFill/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noFill/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noFill/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ru-RU" dirty="0"/>
          </a:p>
        </p:txBody>
      </p:sp>
      <p:sp>
        <p:nvSpPr>
          <p:cNvPr id="21" name="Text Placeholder 30">
            <a:extLst>
              <a:ext uri="{FF2B5EF4-FFF2-40B4-BE49-F238E27FC236}">
                <a16:creationId xmlns:a16="http://schemas.microsoft.com/office/drawing/2014/main" id="{31AA00A2-B882-E74D-955E-113C199450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00203" y="3683210"/>
            <a:ext cx="10737545" cy="3324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ru-RU" sz="1600" b="1" kern="1200" dirty="0">
                <a:solidFill>
                  <a:srgbClr val="11076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GraphName</a:t>
            </a:r>
            <a:r>
              <a:rPr lang="en-US" dirty="0"/>
              <a:t>, Unit</a:t>
            </a:r>
            <a:endParaRPr lang="ru-RU" dirty="0"/>
          </a:p>
        </p:txBody>
      </p:sp>
      <p:sp>
        <p:nvSpPr>
          <p:cNvPr id="22" name="Text Placeholder 30">
            <a:extLst>
              <a:ext uri="{FF2B5EF4-FFF2-40B4-BE49-F238E27FC236}">
                <a16:creationId xmlns:a16="http://schemas.microsoft.com/office/drawing/2014/main" id="{37DAECD2-542E-F94F-B13F-E593E778EE5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00203" y="4038810"/>
            <a:ext cx="10737545" cy="24129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ru-RU" sz="1200" b="0" kern="1200" dirty="0">
                <a:solidFill>
                  <a:srgbClr val="11076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Short description</a:t>
            </a:r>
            <a:endParaRPr lang="ru-RU" dirty="0"/>
          </a:p>
        </p:txBody>
      </p:sp>
      <p:sp>
        <p:nvSpPr>
          <p:cNvPr id="23" name="Content Placeholder 6">
            <a:extLst>
              <a:ext uri="{FF2B5EF4-FFF2-40B4-BE49-F238E27FC236}">
                <a16:creationId xmlns:a16="http://schemas.microsoft.com/office/drawing/2014/main" id="{11EDBA3A-7039-C745-99CB-2773280D69A4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695165" y="4354704"/>
            <a:ext cx="10742584" cy="1747611"/>
          </a:xfrm>
          <a:prstGeom prst="roundRect">
            <a:avLst>
              <a:gd name="adj" fmla="val 3062"/>
            </a:avLst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lang="ru-RU" sz="1800" dirty="0">
                <a:solidFill>
                  <a:schemeClr val="l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algn="ctr"/>
            <a:r>
              <a:rPr lang="en-GB"/>
              <a:t>Click to edit Master text styles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AEA4ED1C-0200-FD41-99A7-E00C7714468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22716" y="532852"/>
            <a:ext cx="11226977" cy="5359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ru-RU" sz="3600" b="1" kern="1200" dirty="0">
                <a:solidFill>
                  <a:srgbClr val="11076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  <a:endParaRPr lang="ru-RU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E007BE5C-DFD0-4646-845C-1B3E0C5BF3FF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>
          <a:xfrm>
            <a:off x="10702763" y="6385745"/>
            <a:ext cx="1056861" cy="365125"/>
          </a:xfrm>
          <a:prstGeom prst="rect">
            <a:avLst/>
          </a:prstGeom>
        </p:spPr>
        <p:txBody>
          <a:bodyPr anchor="ctr"/>
          <a:lstStyle>
            <a:lvl1pPr algn="r">
              <a:defRPr sz="1400">
                <a:solidFill>
                  <a:srgbClr val="A09DB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968B802-47E9-D447-A19C-33252E66520F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D16BF00-D300-2942-BC87-AE2589786C1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79425" y="6435198"/>
            <a:ext cx="932815" cy="251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6161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harts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 Placeholder 10">
            <a:extLst>
              <a:ext uri="{FF2B5EF4-FFF2-40B4-BE49-F238E27FC236}">
                <a16:creationId xmlns:a16="http://schemas.microsoft.com/office/drawing/2014/main" id="{A50A6046-A5F6-AD47-B107-25DF883DA10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290887" y="3880825"/>
            <a:ext cx="3468687" cy="2293938"/>
          </a:xfrm>
          <a:prstGeom prst="roundRect">
            <a:avLst>
              <a:gd name="adj" fmla="val 3643"/>
            </a:avLst>
          </a:prstGeom>
          <a:ln w="25400">
            <a:solidFill>
              <a:srgbClr val="E4E3ED"/>
            </a:solidFill>
          </a:ln>
        </p:spPr>
        <p:txBody>
          <a:bodyPr/>
          <a:lstStyle>
            <a:lvl1pPr>
              <a:defRPr>
                <a:noFill/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noFill/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noFill/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noFill/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noFill/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ru-RU"/>
          </a:p>
        </p:txBody>
      </p:sp>
      <p:sp>
        <p:nvSpPr>
          <p:cNvPr id="45" name="Text Placeholder 10">
            <a:extLst>
              <a:ext uri="{FF2B5EF4-FFF2-40B4-BE49-F238E27FC236}">
                <a16:creationId xmlns:a16="http://schemas.microsoft.com/office/drawing/2014/main" id="{C7C6B38F-BAFA-E042-B057-889095545BB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569913" y="3880825"/>
            <a:ext cx="3468687" cy="2293938"/>
          </a:xfrm>
          <a:prstGeom prst="roundRect">
            <a:avLst>
              <a:gd name="adj" fmla="val 3643"/>
            </a:avLst>
          </a:prstGeom>
          <a:ln w="25400">
            <a:solidFill>
              <a:srgbClr val="E4E3ED"/>
            </a:solidFill>
          </a:ln>
        </p:spPr>
        <p:txBody>
          <a:bodyPr/>
          <a:lstStyle>
            <a:lvl1pPr>
              <a:defRPr>
                <a:noFill/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noFill/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noFill/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noFill/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noFill/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ru-RU"/>
          </a:p>
        </p:txBody>
      </p:sp>
      <p:sp>
        <p:nvSpPr>
          <p:cNvPr id="42" name="Text Placeholder 10">
            <a:extLst>
              <a:ext uri="{FF2B5EF4-FFF2-40B4-BE49-F238E27FC236}">
                <a16:creationId xmlns:a16="http://schemas.microsoft.com/office/drawing/2014/main" id="{D999F669-E792-FD44-BC54-A4D3BCB1F98D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4290887" y="1400175"/>
            <a:ext cx="3468687" cy="2293938"/>
          </a:xfrm>
          <a:prstGeom prst="roundRect">
            <a:avLst>
              <a:gd name="adj" fmla="val 3643"/>
            </a:avLst>
          </a:prstGeom>
          <a:ln w="25400">
            <a:solidFill>
              <a:srgbClr val="E4E3ED"/>
            </a:solidFill>
          </a:ln>
        </p:spPr>
        <p:txBody>
          <a:bodyPr/>
          <a:lstStyle>
            <a:lvl1pPr>
              <a:defRPr>
                <a:noFill/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noFill/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noFill/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noFill/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noFill/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ru-RU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0A4678A-08AC-404E-9D51-24D43FC1AC6A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69913" y="1400175"/>
            <a:ext cx="3468687" cy="2293938"/>
          </a:xfrm>
          <a:prstGeom prst="roundRect">
            <a:avLst>
              <a:gd name="adj" fmla="val 3643"/>
            </a:avLst>
          </a:prstGeom>
          <a:ln w="25400">
            <a:solidFill>
              <a:srgbClr val="E4E3ED"/>
            </a:solidFill>
          </a:ln>
        </p:spPr>
        <p:txBody>
          <a:bodyPr/>
          <a:lstStyle>
            <a:lvl1pPr>
              <a:defRPr>
                <a:noFill/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noFill/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noFill/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noFill/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noFill/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ru-RU"/>
          </a:p>
        </p:txBody>
      </p:sp>
      <p:sp>
        <p:nvSpPr>
          <p:cNvPr id="39" name="Text Placeholder 30">
            <a:extLst>
              <a:ext uri="{FF2B5EF4-FFF2-40B4-BE49-F238E27FC236}">
                <a16:creationId xmlns:a16="http://schemas.microsoft.com/office/drawing/2014/main" id="{592E0482-857E-4341-A453-9F51B38F723C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8086567" y="1400346"/>
            <a:ext cx="3593587" cy="4118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ru-RU" sz="2000" b="1" kern="1200" dirty="0">
                <a:solidFill>
                  <a:srgbClr val="11076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Heading</a:t>
            </a:r>
            <a:endParaRPr lang="ru-RU" dirty="0"/>
          </a:p>
        </p:txBody>
      </p:sp>
      <p:sp>
        <p:nvSpPr>
          <p:cNvPr id="13" name="Footer Placeholder 22">
            <a:extLst>
              <a:ext uri="{FF2B5EF4-FFF2-40B4-BE49-F238E27FC236}">
                <a16:creationId xmlns:a16="http://schemas.microsoft.com/office/drawing/2014/main" id="{3788DDE0-3904-514E-B965-2C8E33B7F6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89691" y="637737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ru-RU" sz="1200" kern="1200">
                <a:solidFill>
                  <a:srgbClr val="9F9CB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97772C6-F567-5A44-BADB-CA22BB5C166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2247" y="1468742"/>
            <a:ext cx="346904" cy="324985"/>
          </a:xfrm>
          <a:prstGeom prst="roundRect">
            <a:avLst/>
          </a:prstGeom>
          <a:solidFill>
            <a:srgbClr val="100761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ru-RU" sz="1800" b="1" i="0" dirty="0">
                <a:solidFill>
                  <a:schemeClr val="l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algn="ctr"/>
            <a:r>
              <a:rPr lang="ru-RU" dirty="0"/>
              <a:t>1</a:t>
            </a:r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E6D0E3AF-6F2F-554F-9879-49F7A4A34E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4190" y="1478563"/>
            <a:ext cx="2999665" cy="3324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ru-RU" sz="1600" b="1" kern="1200" dirty="0">
                <a:solidFill>
                  <a:srgbClr val="11076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GraphName</a:t>
            </a:r>
            <a:r>
              <a:rPr lang="en-US" dirty="0"/>
              <a:t>, Unit</a:t>
            </a:r>
            <a:endParaRPr lang="ru-RU" dirty="0"/>
          </a:p>
        </p:txBody>
      </p:sp>
      <p:sp>
        <p:nvSpPr>
          <p:cNvPr id="21" name="Text Placeholder 30">
            <a:extLst>
              <a:ext uri="{FF2B5EF4-FFF2-40B4-BE49-F238E27FC236}">
                <a16:creationId xmlns:a16="http://schemas.microsoft.com/office/drawing/2014/main" id="{24DA25AA-9F71-FB4F-A47B-3F42243971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4190" y="1834163"/>
            <a:ext cx="2999665" cy="24129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ru-RU" sz="1200" b="0" kern="1200" dirty="0">
                <a:solidFill>
                  <a:srgbClr val="11076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Short description</a:t>
            </a:r>
            <a:endParaRPr lang="ru-RU" dirty="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C3DE24E8-087A-464F-B750-C7A90921365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12972" y="1468742"/>
            <a:ext cx="346904" cy="324985"/>
          </a:xfrm>
          <a:prstGeom prst="roundRect">
            <a:avLst/>
          </a:prstGeom>
          <a:solidFill>
            <a:srgbClr val="100761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ru-RU" sz="1800" b="1" i="0" dirty="0">
                <a:solidFill>
                  <a:schemeClr val="l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algn="ctr"/>
            <a:r>
              <a:rPr lang="en-US" dirty="0"/>
              <a:t>2</a:t>
            </a:r>
            <a:endParaRPr lang="ru-RU" dirty="0"/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95B2042C-8268-BE45-A7E9-89FD12ADEFA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64915" y="1478563"/>
            <a:ext cx="2999665" cy="3324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ru-RU" sz="1600" b="1" kern="1200" dirty="0">
                <a:solidFill>
                  <a:srgbClr val="11076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GraphName</a:t>
            </a:r>
            <a:r>
              <a:rPr lang="en-US" dirty="0"/>
              <a:t>, Unit</a:t>
            </a:r>
            <a:endParaRPr lang="ru-RU" dirty="0"/>
          </a:p>
        </p:txBody>
      </p:sp>
      <p:sp>
        <p:nvSpPr>
          <p:cNvPr id="29" name="Text Placeholder 30">
            <a:extLst>
              <a:ext uri="{FF2B5EF4-FFF2-40B4-BE49-F238E27FC236}">
                <a16:creationId xmlns:a16="http://schemas.microsoft.com/office/drawing/2014/main" id="{CBA9F442-F19B-4C40-9378-7C6E6989ABA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564915" y="1834163"/>
            <a:ext cx="2999665" cy="24129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ru-RU" sz="1200" b="0" kern="1200" dirty="0">
                <a:solidFill>
                  <a:srgbClr val="11076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Short description</a:t>
            </a:r>
            <a:endParaRPr lang="ru-RU" dirty="0"/>
          </a:p>
        </p:txBody>
      </p:sp>
      <p:sp>
        <p:nvSpPr>
          <p:cNvPr id="31" name="Text Placeholder 8">
            <a:extLst>
              <a:ext uri="{FF2B5EF4-FFF2-40B4-BE49-F238E27FC236}">
                <a16:creationId xmlns:a16="http://schemas.microsoft.com/office/drawing/2014/main" id="{E0FD580F-A3DE-524B-8401-F7A90EC8C8D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72247" y="3962560"/>
            <a:ext cx="346904" cy="324985"/>
          </a:xfrm>
          <a:prstGeom prst="roundRect">
            <a:avLst/>
          </a:prstGeom>
          <a:solidFill>
            <a:srgbClr val="100761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ru-RU" sz="1800" b="1" i="0" dirty="0">
                <a:solidFill>
                  <a:schemeClr val="l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algn="ctr"/>
            <a:r>
              <a:rPr lang="en-US" dirty="0"/>
              <a:t>3</a:t>
            </a:r>
            <a:endParaRPr lang="ru-RU" dirty="0"/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5D56C33C-C51B-9842-AD0F-23D4F062F6C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24190" y="3972381"/>
            <a:ext cx="2999665" cy="3324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ru-RU" sz="1600" b="1" kern="1200" dirty="0">
                <a:solidFill>
                  <a:srgbClr val="11076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GraphName</a:t>
            </a:r>
            <a:r>
              <a:rPr lang="en-US" dirty="0"/>
              <a:t>, Unit</a:t>
            </a:r>
            <a:endParaRPr lang="ru-RU" dirty="0"/>
          </a:p>
        </p:txBody>
      </p:sp>
      <p:sp>
        <p:nvSpPr>
          <p:cNvPr id="34" name="Text Placeholder 30">
            <a:extLst>
              <a:ext uri="{FF2B5EF4-FFF2-40B4-BE49-F238E27FC236}">
                <a16:creationId xmlns:a16="http://schemas.microsoft.com/office/drawing/2014/main" id="{4913BD72-3DFA-6547-AF2D-665ABA618C0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4190" y="4327981"/>
            <a:ext cx="2999665" cy="24129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ru-RU" sz="1200" b="0" kern="1200" dirty="0">
                <a:solidFill>
                  <a:srgbClr val="11076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Short description</a:t>
            </a:r>
            <a:endParaRPr lang="ru-RU" dirty="0"/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C99C7C0E-DC50-7245-8A1A-FF23CDDC84F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212972" y="3962560"/>
            <a:ext cx="346904" cy="324985"/>
          </a:xfrm>
          <a:prstGeom prst="roundRect">
            <a:avLst/>
          </a:prstGeom>
          <a:solidFill>
            <a:srgbClr val="100761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ru-RU" sz="1800" b="1" i="0" dirty="0">
                <a:solidFill>
                  <a:schemeClr val="l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algn="ctr"/>
            <a:r>
              <a:rPr lang="en-US" dirty="0"/>
              <a:t>4</a:t>
            </a:r>
            <a:endParaRPr lang="ru-RU" dirty="0"/>
          </a:p>
        </p:txBody>
      </p:sp>
      <p:sp>
        <p:nvSpPr>
          <p:cNvPr id="37" name="Text Placeholder 30">
            <a:extLst>
              <a:ext uri="{FF2B5EF4-FFF2-40B4-BE49-F238E27FC236}">
                <a16:creationId xmlns:a16="http://schemas.microsoft.com/office/drawing/2014/main" id="{BAE6E604-F6F7-1247-AA03-3094FEE2217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64915" y="3972381"/>
            <a:ext cx="2999665" cy="3324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ru-RU" sz="1600" b="1" kern="1200" dirty="0">
                <a:solidFill>
                  <a:srgbClr val="11076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GraphName</a:t>
            </a:r>
            <a:r>
              <a:rPr lang="en-US" dirty="0"/>
              <a:t>, Unit</a:t>
            </a:r>
            <a:endParaRPr lang="ru-RU" dirty="0"/>
          </a:p>
        </p:txBody>
      </p:sp>
      <p:sp>
        <p:nvSpPr>
          <p:cNvPr id="38" name="Text Placeholder 30">
            <a:extLst>
              <a:ext uri="{FF2B5EF4-FFF2-40B4-BE49-F238E27FC236}">
                <a16:creationId xmlns:a16="http://schemas.microsoft.com/office/drawing/2014/main" id="{56C423B1-0D61-5444-8674-457BFD099FB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64915" y="4327981"/>
            <a:ext cx="2999665" cy="24129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ru-RU" sz="1200" b="0" kern="1200" dirty="0">
                <a:solidFill>
                  <a:srgbClr val="11076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Short description</a:t>
            </a:r>
            <a:endParaRPr lang="ru-RU" dirty="0"/>
          </a:p>
        </p:txBody>
      </p:sp>
      <p:sp>
        <p:nvSpPr>
          <p:cNvPr id="41" name="Content Placeholder 6">
            <a:extLst>
              <a:ext uri="{FF2B5EF4-FFF2-40B4-BE49-F238E27FC236}">
                <a16:creationId xmlns:a16="http://schemas.microsoft.com/office/drawing/2014/main" id="{49A40343-E1EA-7A4B-B62B-2C6AAD7AD7A3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660090" y="2085276"/>
            <a:ext cx="3267674" cy="1530392"/>
          </a:xfrm>
          <a:prstGeom prst="roundRect">
            <a:avLst>
              <a:gd name="adj" fmla="val 3062"/>
            </a:avLst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lang="ru-RU" sz="1800" dirty="0">
                <a:solidFill>
                  <a:schemeClr val="l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algn="ctr"/>
            <a:r>
              <a:rPr lang="en-GB"/>
              <a:t>Click to edit Master text styles</a:t>
            </a:r>
          </a:p>
        </p:txBody>
      </p:sp>
      <p:sp>
        <p:nvSpPr>
          <p:cNvPr id="46" name="Content Placeholder 6">
            <a:extLst>
              <a:ext uri="{FF2B5EF4-FFF2-40B4-BE49-F238E27FC236}">
                <a16:creationId xmlns:a16="http://schemas.microsoft.com/office/drawing/2014/main" id="{8EBF06E9-C88D-7B43-B360-C581FE02713E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4390118" y="2085276"/>
            <a:ext cx="3267674" cy="1530392"/>
          </a:xfrm>
          <a:prstGeom prst="roundRect">
            <a:avLst>
              <a:gd name="adj" fmla="val 3062"/>
            </a:avLst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lang="ru-RU" sz="1800" dirty="0">
                <a:solidFill>
                  <a:schemeClr val="l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algn="ctr"/>
            <a:r>
              <a:rPr lang="en-GB"/>
              <a:t>Click to edit Master text styles</a:t>
            </a:r>
          </a:p>
        </p:txBody>
      </p:sp>
      <p:sp>
        <p:nvSpPr>
          <p:cNvPr id="47" name="Content Placeholder 6">
            <a:extLst>
              <a:ext uri="{FF2B5EF4-FFF2-40B4-BE49-F238E27FC236}">
                <a16:creationId xmlns:a16="http://schemas.microsoft.com/office/drawing/2014/main" id="{1F445FDD-D052-8742-9753-A0A503E607B3}"/>
              </a:ext>
            </a:extLst>
          </p:cNvPr>
          <p:cNvSpPr>
            <a:spLocks noGrp="1"/>
          </p:cNvSpPr>
          <p:nvPr>
            <p:ph sz="quarter" idx="38"/>
          </p:nvPr>
        </p:nvSpPr>
        <p:spPr>
          <a:xfrm>
            <a:off x="660090" y="4574979"/>
            <a:ext cx="3267674" cy="1530392"/>
          </a:xfrm>
          <a:prstGeom prst="roundRect">
            <a:avLst>
              <a:gd name="adj" fmla="val 3062"/>
            </a:avLst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lang="ru-RU" sz="1800" dirty="0">
                <a:solidFill>
                  <a:schemeClr val="l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algn="ctr"/>
            <a:r>
              <a:rPr lang="en-GB"/>
              <a:t>Click to edit Master text styles</a:t>
            </a:r>
          </a:p>
        </p:txBody>
      </p:sp>
      <p:sp>
        <p:nvSpPr>
          <p:cNvPr id="48" name="Content Placeholder 6">
            <a:extLst>
              <a:ext uri="{FF2B5EF4-FFF2-40B4-BE49-F238E27FC236}">
                <a16:creationId xmlns:a16="http://schemas.microsoft.com/office/drawing/2014/main" id="{E457C684-FD2C-C844-9CE6-562932EED6D6}"/>
              </a:ext>
            </a:extLst>
          </p:cNvPr>
          <p:cNvSpPr>
            <a:spLocks noGrp="1"/>
          </p:cNvSpPr>
          <p:nvPr>
            <p:ph sz="quarter" idx="39"/>
          </p:nvPr>
        </p:nvSpPr>
        <p:spPr>
          <a:xfrm>
            <a:off x="4390118" y="4574979"/>
            <a:ext cx="3267674" cy="1530392"/>
          </a:xfrm>
          <a:prstGeom prst="roundRect">
            <a:avLst>
              <a:gd name="adj" fmla="val 3062"/>
            </a:avLst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lang="ru-RU" sz="1800" dirty="0">
                <a:solidFill>
                  <a:schemeClr val="l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algn="ctr"/>
            <a:r>
              <a:rPr lang="en-GB"/>
              <a:t>Click to edit Master text styles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ABD2EFAE-6D26-E746-8241-C74B7C4041A8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8086725" y="1833563"/>
            <a:ext cx="3593211" cy="434181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30000"/>
              </a:lnSpc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3DF40FFF-349F-F146-9538-354248087E5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22716" y="532852"/>
            <a:ext cx="11226977" cy="5359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ru-RU" sz="3600" b="1" kern="1200" dirty="0">
                <a:solidFill>
                  <a:srgbClr val="11076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  <a:endParaRPr lang="ru-RU" dirty="0"/>
          </a:p>
        </p:txBody>
      </p:sp>
      <p:sp>
        <p:nvSpPr>
          <p:cNvPr id="35" name="Slide Number Placeholder 5">
            <a:extLst>
              <a:ext uri="{FF2B5EF4-FFF2-40B4-BE49-F238E27FC236}">
                <a16:creationId xmlns:a16="http://schemas.microsoft.com/office/drawing/2014/main" id="{A5C1D4B7-9D9C-2441-A645-9CC4119E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02763" y="6385745"/>
            <a:ext cx="1056861" cy="365125"/>
          </a:xfrm>
          <a:prstGeom prst="rect">
            <a:avLst/>
          </a:prstGeom>
        </p:spPr>
        <p:txBody>
          <a:bodyPr anchor="ctr"/>
          <a:lstStyle>
            <a:lvl1pPr algn="r">
              <a:defRPr sz="1400">
                <a:solidFill>
                  <a:srgbClr val="A09DB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968B802-47E9-D447-A19C-33252E66520F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6079B61E-FB32-EF47-B26F-5BBABAE0F8B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79425" y="6435198"/>
            <a:ext cx="932815" cy="251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1359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2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54881F3D-CA11-2C43-8227-01D344192829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34146" y="1377058"/>
            <a:ext cx="11186922" cy="4118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lang="ru-RU" sz="2400" b="1" kern="1200" dirty="0">
                <a:solidFill>
                  <a:srgbClr val="11076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Heading</a:t>
            </a:r>
            <a:endParaRPr lang="ru-RU" dirty="0"/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92E5689E-FA48-E14C-AEA1-4AB20B5A3519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434146" y="2211388"/>
            <a:ext cx="5509454" cy="1169877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33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1500" b="0" i="0" kern="1200" dirty="0" smtClean="0">
                <a:solidFill>
                  <a:srgbClr val="11076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33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500" b="0" i="0" dirty="0">
                <a:solidFill>
                  <a:srgbClr val="1107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 the species is limited to forests with native vegetation, it is largely restricted to the Black River Gorges National Park in the southwest of Mauritius.</a:t>
            </a:r>
            <a:endParaRPr lang="en-US" dirty="0"/>
          </a:p>
        </p:txBody>
      </p:sp>
      <p:sp>
        <p:nvSpPr>
          <p:cNvPr id="13" name="Footer Placeholder 22">
            <a:extLst>
              <a:ext uri="{FF2B5EF4-FFF2-40B4-BE49-F238E27FC236}">
                <a16:creationId xmlns:a16="http://schemas.microsoft.com/office/drawing/2014/main" id="{3788DDE0-3904-514E-B965-2C8E33B7F6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89691" y="637737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ru-RU" sz="1200" kern="1200">
                <a:solidFill>
                  <a:srgbClr val="9F9CB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139DB5D5-4F79-6245-A448-F24763C34E2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4146" y="1871190"/>
            <a:ext cx="11186922" cy="2812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ru-RU" sz="1200" b="0" i="1" kern="1200" dirty="0">
                <a:solidFill>
                  <a:srgbClr val="706B9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sz="1200" b="0" i="1" dirty="0">
                <a:solidFill>
                  <a:srgbClr val="706B9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Subline: There is a time of year when these birds eat a seed that makes their flesh bitter and even dangerous.</a:t>
            </a:r>
            <a:endParaRPr lang="ru-RU" sz="1200" b="0" i="1" dirty="0">
              <a:solidFill>
                <a:srgbClr val="706B9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Placeholder 43">
            <a:extLst>
              <a:ext uri="{FF2B5EF4-FFF2-40B4-BE49-F238E27FC236}">
                <a16:creationId xmlns:a16="http://schemas.microsoft.com/office/drawing/2014/main" id="{DC1C5712-91A3-1247-A206-0E697158846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40559" y="2211388"/>
            <a:ext cx="5480509" cy="1169877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33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1500" b="0" i="0" kern="1200" dirty="0" smtClean="0">
                <a:solidFill>
                  <a:srgbClr val="11076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It is arboreal and keeps to the canopy, where it feeds and rests. It nests in natural cavities in old trees, and clutches usually consist of two to four white eggs.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E505F0E-B814-304D-BFBC-44A2CE667D9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69913" y="3604822"/>
            <a:ext cx="5373687" cy="2293938"/>
          </a:xfrm>
          <a:prstGeom prst="roundRect">
            <a:avLst>
              <a:gd name="adj" fmla="val 3643"/>
            </a:avLst>
          </a:prstGeom>
          <a:ln w="25400">
            <a:solidFill>
              <a:srgbClr val="E4E3ED"/>
            </a:solidFill>
          </a:ln>
        </p:spPr>
        <p:txBody>
          <a:bodyPr/>
          <a:lstStyle>
            <a:lvl1pPr>
              <a:defRPr>
                <a:noFill/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noFill/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noFill/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noFill/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noFill/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ru-RU" dirty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54434C8-D4E5-064E-8935-CA6DCE4C561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72247" y="3673389"/>
            <a:ext cx="346904" cy="324985"/>
          </a:xfrm>
          <a:prstGeom prst="roundRect">
            <a:avLst/>
          </a:prstGeom>
          <a:solidFill>
            <a:srgbClr val="100761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ru-RU" sz="1800" b="1" i="0" dirty="0">
                <a:solidFill>
                  <a:schemeClr val="l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algn="ctr"/>
            <a:r>
              <a:rPr lang="ru-RU" dirty="0"/>
              <a:t>1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8129FDC4-8A80-6342-BC68-197F08CA551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4190" y="3683210"/>
            <a:ext cx="5003173" cy="3324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ru-RU" sz="1600" b="1" kern="1200" dirty="0">
                <a:solidFill>
                  <a:srgbClr val="11076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GraphName</a:t>
            </a:r>
            <a:r>
              <a:rPr lang="en-US" dirty="0"/>
              <a:t>, Unit</a:t>
            </a:r>
            <a:endParaRPr lang="ru-RU" dirty="0"/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BE66D53E-84DE-ED4F-ABF8-ED1418725EC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24190" y="4038810"/>
            <a:ext cx="5003173" cy="24129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ru-RU" sz="1200" b="0" kern="1200" dirty="0">
                <a:solidFill>
                  <a:srgbClr val="11076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Short description</a:t>
            </a:r>
            <a:endParaRPr lang="ru-RU" dirty="0"/>
          </a:p>
        </p:txBody>
      </p:sp>
      <p:sp>
        <p:nvSpPr>
          <p:cNvPr id="19" name="Content Placeholder 6">
            <a:extLst>
              <a:ext uri="{FF2B5EF4-FFF2-40B4-BE49-F238E27FC236}">
                <a16:creationId xmlns:a16="http://schemas.microsoft.com/office/drawing/2014/main" id="{D7C65DEB-82E7-B444-ACC9-561D76163F8B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819151" y="4289923"/>
            <a:ext cx="5008211" cy="1530392"/>
          </a:xfrm>
          <a:prstGeom prst="roundRect">
            <a:avLst>
              <a:gd name="adj" fmla="val 3062"/>
            </a:avLst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lang="ru-RU" sz="1800" dirty="0">
                <a:solidFill>
                  <a:schemeClr val="l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algn="ctr"/>
            <a:r>
              <a:rPr lang="en-GB"/>
              <a:t>Click to edit Master text styles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D5DF222D-74EA-704D-9C75-31594D596B2B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247381" y="3604822"/>
            <a:ext cx="5373687" cy="2293938"/>
          </a:xfrm>
          <a:prstGeom prst="roundRect">
            <a:avLst>
              <a:gd name="adj" fmla="val 3643"/>
            </a:avLst>
          </a:prstGeom>
          <a:ln w="25400">
            <a:solidFill>
              <a:srgbClr val="E4E3ED"/>
            </a:solidFill>
          </a:ln>
        </p:spPr>
        <p:txBody>
          <a:bodyPr/>
          <a:lstStyle>
            <a:lvl1pPr>
              <a:defRPr>
                <a:noFill/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noFill/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noFill/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noFill/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noFill/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ru-RU" dirty="0"/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DCD17C57-CAD9-7348-A649-962BF859F04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149715" y="3673389"/>
            <a:ext cx="346904" cy="324985"/>
          </a:xfrm>
          <a:prstGeom prst="roundRect">
            <a:avLst/>
          </a:prstGeom>
          <a:solidFill>
            <a:srgbClr val="100761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ru-RU" sz="1800" b="1" i="0" dirty="0">
                <a:solidFill>
                  <a:schemeClr val="l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algn="ctr"/>
            <a:r>
              <a:rPr lang="en-US" dirty="0"/>
              <a:t>2</a:t>
            </a:r>
            <a:endParaRPr lang="ru-RU" dirty="0"/>
          </a:p>
        </p:txBody>
      </p:sp>
      <p:sp>
        <p:nvSpPr>
          <p:cNvPr id="22" name="Text Placeholder 30">
            <a:extLst>
              <a:ext uri="{FF2B5EF4-FFF2-40B4-BE49-F238E27FC236}">
                <a16:creationId xmlns:a16="http://schemas.microsoft.com/office/drawing/2014/main" id="{CB4A245B-DFD9-4F4E-8287-4A8047DD04C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501658" y="3683210"/>
            <a:ext cx="5003173" cy="3324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ru-RU" sz="1600" b="1" kern="1200" dirty="0">
                <a:solidFill>
                  <a:srgbClr val="11076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GraphName</a:t>
            </a:r>
            <a:r>
              <a:rPr lang="en-US" dirty="0"/>
              <a:t>, Unit</a:t>
            </a:r>
            <a:endParaRPr lang="ru-RU" dirty="0"/>
          </a:p>
        </p:txBody>
      </p:sp>
      <p:sp>
        <p:nvSpPr>
          <p:cNvPr id="23" name="Text Placeholder 30">
            <a:extLst>
              <a:ext uri="{FF2B5EF4-FFF2-40B4-BE49-F238E27FC236}">
                <a16:creationId xmlns:a16="http://schemas.microsoft.com/office/drawing/2014/main" id="{54107916-105A-9C47-84AF-038C34BE8D8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501658" y="4038810"/>
            <a:ext cx="5003173" cy="24129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ru-RU" sz="1200" b="0" kern="1200" dirty="0">
                <a:solidFill>
                  <a:srgbClr val="11076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Short description</a:t>
            </a:r>
            <a:endParaRPr lang="ru-RU" dirty="0"/>
          </a:p>
        </p:txBody>
      </p:sp>
      <p:sp>
        <p:nvSpPr>
          <p:cNvPr id="24" name="Content Placeholder 6">
            <a:extLst>
              <a:ext uri="{FF2B5EF4-FFF2-40B4-BE49-F238E27FC236}">
                <a16:creationId xmlns:a16="http://schemas.microsoft.com/office/drawing/2014/main" id="{2A3271DE-0837-AE42-A61B-5D3E3F34EA69}"/>
              </a:ext>
            </a:extLst>
          </p:cNvPr>
          <p:cNvSpPr>
            <a:spLocks noGrp="1"/>
          </p:cNvSpPr>
          <p:nvPr>
            <p:ph sz="quarter" idx="40"/>
          </p:nvPr>
        </p:nvSpPr>
        <p:spPr>
          <a:xfrm>
            <a:off x="6496619" y="4289923"/>
            <a:ext cx="5008211" cy="1530392"/>
          </a:xfrm>
          <a:prstGeom prst="roundRect">
            <a:avLst>
              <a:gd name="adj" fmla="val 3062"/>
            </a:avLst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lang="ru-RU" sz="1800" dirty="0">
                <a:solidFill>
                  <a:schemeClr val="l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algn="ctr"/>
            <a:r>
              <a:rPr lang="en-GB"/>
              <a:t>Click to edit Master text styles</a:t>
            </a:r>
          </a:p>
        </p:txBody>
      </p:sp>
      <p:sp>
        <p:nvSpPr>
          <p:cNvPr id="25" name="Text Placeholder 30">
            <a:extLst>
              <a:ext uri="{FF2B5EF4-FFF2-40B4-BE49-F238E27FC236}">
                <a16:creationId xmlns:a16="http://schemas.microsoft.com/office/drawing/2014/main" id="{40B713DF-3699-C246-8E3C-6FD038B87AD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22716" y="532852"/>
            <a:ext cx="11226977" cy="5359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ru-RU" sz="3600" b="1" kern="1200" dirty="0">
                <a:solidFill>
                  <a:srgbClr val="11076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  <a:endParaRPr lang="ru-RU" dirty="0"/>
          </a:p>
        </p:txBody>
      </p:sp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9FC42434-4C9C-F543-A29C-98EE90675ED2}"/>
              </a:ext>
            </a:extLst>
          </p:cNvPr>
          <p:cNvSpPr>
            <a:spLocks noGrp="1"/>
          </p:cNvSpPr>
          <p:nvPr>
            <p:ph type="sldNum" sz="quarter" idx="41"/>
          </p:nvPr>
        </p:nvSpPr>
        <p:spPr>
          <a:xfrm>
            <a:off x="10702763" y="6385745"/>
            <a:ext cx="1056861" cy="365125"/>
          </a:xfrm>
          <a:prstGeom prst="rect">
            <a:avLst/>
          </a:prstGeom>
        </p:spPr>
        <p:txBody>
          <a:bodyPr anchor="ctr"/>
          <a:lstStyle>
            <a:lvl1pPr algn="r">
              <a:defRPr sz="1400">
                <a:solidFill>
                  <a:srgbClr val="A09DB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968B802-47E9-D447-A19C-33252E66520F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B16C7F91-91E0-4142-A9A5-4F9A3BE815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79425" y="6435198"/>
            <a:ext cx="932815" cy="251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6362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Square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54881F3D-CA11-2C43-8227-01D344192829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34146" y="1377058"/>
            <a:ext cx="5509454" cy="4118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lang="ru-RU" sz="2400" b="1" kern="1200" dirty="0">
                <a:solidFill>
                  <a:srgbClr val="11076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Heading</a:t>
            </a:r>
            <a:endParaRPr lang="ru-RU" dirty="0"/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92E5689E-FA48-E14C-AEA1-4AB20B5A3519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434146" y="2386110"/>
            <a:ext cx="5509454" cy="383884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33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1500" b="0" i="0" kern="1200">
                <a:solidFill>
                  <a:srgbClr val="11076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33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500" b="0" i="0" dirty="0">
                <a:solidFill>
                  <a:srgbClr val="1107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 the species is limited to forests with native vegetation, it is largely restricted to the Black River Gorges National Park in the southwest of Mauritius.</a:t>
            </a:r>
            <a:endParaRPr lang="ru-RU" sz="1500" b="0" i="0" dirty="0">
              <a:solidFill>
                <a:srgbClr val="11076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33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It is arboreal and keeps to the canopy, where it feeds and rests. It nests in natural cavities in old trees, and clutches usually consist of two to four white eggs.</a:t>
            </a:r>
          </a:p>
        </p:txBody>
      </p:sp>
      <p:sp>
        <p:nvSpPr>
          <p:cNvPr id="13" name="Footer Placeholder 22">
            <a:extLst>
              <a:ext uri="{FF2B5EF4-FFF2-40B4-BE49-F238E27FC236}">
                <a16:creationId xmlns:a16="http://schemas.microsoft.com/office/drawing/2014/main" id="{3788DDE0-3904-514E-B965-2C8E33B7F6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89691" y="637737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ru-RU" sz="1200" kern="1200">
                <a:solidFill>
                  <a:srgbClr val="9F9CB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139DB5D5-4F79-6245-A448-F24763C34E2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4146" y="1871190"/>
            <a:ext cx="5509454" cy="45637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10000"/>
              </a:lnSpc>
              <a:buNone/>
              <a:defRPr lang="ru-RU" sz="1200" b="0" i="1" kern="1200" dirty="0">
                <a:solidFill>
                  <a:srgbClr val="706B9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sz="1200" b="0" i="1" dirty="0">
                <a:solidFill>
                  <a:srgbClr val="706B9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Subline: There is a time of year when these birds eat a seed that makes their flesh bitter and even dangerous.</a:t>
            </a:r>
            <a:endParaRPr lang="ru-RU" sz="1200" b="0" i="1" dirty="0">
              <a:solidFill>
                <a:srgbClr val="706B9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C1F66E86-6970-D14E-9A93-3E883419F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242295" y="1372568"/>
            <a:ext cx="5437642" cy="4852390"/>
          </a:xfrm>
          <a:prstGeom prst="roundRect">
            <a:avLst>
              <a:gd name="adj" fmla="val 3643"/>
            </a:avLst>
          </a:prstGeom>
          <a:ln w="25400">
            <a:solidFill>
              <a:srgbClr val="E4E3ED"/>
            </a:solidFill>
          </a:ln>
        </p:spPr>
        <p:txBody>
          <a:bodyPr/>
          <a:lstStyle>
            <a:lvl1pPr>
              <a:defRPr>
                <a:noFill/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noFill/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noFill/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noFill/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noFill/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ru-RU" dirty="0"/>
          </a:p>
        </p:txBody>
      </p:sp>
      <p:sp>
        <p:nvSpPr>
          <p:cNvPr id="23" name="Text Placeholder 30">
            <a:extLst>
              <a:ext uri="{FF2B5EF4-FFF2-40B4-BE49-F238E27FC236}">
                <a16:creationId xmlns:a16="http://schemas.microsoft.com/office/drawing/2014/main" id="{5E889EA4-ACCE-3049-B684-1D0AA40FB87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50077" y="1450956"/>
            <a:ext cx="5036804" cy="3324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ru-RU" sz="2000" b="1" kern="1200" dirty="0">
                <a:solidFill>
                  <a:srgbClr val="11076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GraphName</a:t>
            </a:r>
            <a:r>
              <a:rPr lang="en-US" dirty="0"/>
              <a:t>, Unit</a:t>
            </a:r>
            <a:endParaRPr lang="ru-RU" dirty="0"/>
          </a:p>
        </p:txBody>
      </p:sp>
      <p:sp>
        <p:nvSpPr>
          <p:cNvPr id="24" name="Text Placeholder 30">
            <a:extLst>
              <a:ext uri="{FF2B5EF4-FFF2-40B4-BE49-F238E27FC236}">
                <a16:creationId xmlns:a16="http://schemas.microsoft.com/office/drawing/2014/main" id="{2B7156B4-B3AC-7F48-9BCF-2F2258D1EA6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50077" y="1853050"/>
            <a:ext cx="5036804" cy="24129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ru-RU" sz="1200" b="0" kern="1200" dirty="0">
                <a:solidFill>
                  <a:srgbClr val="11076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Short description</a:t>
            </a:r>
            <a:endParaRPr lang="ru-RU" dirty="0"/>
          </a:p>
        </p:txBody>
      </p:sp>
      <p:sp>
        <p:nvSpPr>
          <p:cNvPr id="25" name="Content Placeholder 6">
            <a:extLst>
              <a:ext uri="{FF2B5EF4-FFF2-40B4-BE49-F238E27FC236}">
                <a16:creationId xmlns:a16="http://schemas.microsoft.com/office/drawing/2014/main" id="{BE274D29-9A33-2D4E-A9B2-83D56DEACE14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6445038" y="2164020"/>
            <a:ext cx="5039207" cy="3942312"/>
          </a:xfrm>
          <a:prstGeom prst="roundRect">
            <a:avLst>
              <a:gd name="adj" fmla="val 3062"/>
            </a:avLst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lang="ru-RU" sz="1800" dirty="0">
                <a:solidFill>
                  <a:schemeClr val="l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algn="ctr"/>
            <a:r>
              <a:rPr lang="en-GB"/>
              <a:t>Click to edit Master text styles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9CAAF1A6-062B-5044-97D2-128368E8CD0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22716" y="532852"/>
            <a:ext cx="11226977" cy="5359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ru-RU" sz="3600" b="1" kern="1200" dirty="0">
                <a:solidFill>
                  <a:srgbClr val="11076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  <a:endParaRPr lang="ru-RU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2215CC2F-F7F5-1047-8C7A-7F5D28A9AFDE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>
          <a:xfrm>
            <a:off x="10702763" y="6385745"/>
            <a:ext cx="1056861" cy="365125"/>
          </a:xfrm>
          <a:prstGeom prst="rect">
            <a:avLst/>
          </a:prstGeom>
        </p:spPr>
        <p:txBody>
          <a:bodyPr anchor="ctr"/>
          <a:lstStyle>
            <a:lvl1pPr algn="r">
              <a:defRPr sz="1400">
                <a:solidFill>
                  <a:srgbClr val="A09DB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968B802-47E9-D447-A19C-33252E66520F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B31D3F4-8F2F-FE43-9BF8-13557074E1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79425" y="6435198"/>
            <a:ext cx="932815" cy="251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35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oter Placeholder 22">
            <a:extLst>
              <a:ext uri="{FF2B5EF4-FFF2-40B4-BE49-F238E27FC236}">
                <a16:creationId xmlns:a16="http://schemas.microsoft.com/office/drawing/2014/main" id="{3788DDE0-3904-514E-B965-2C8E33B7F6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89691" y="637737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ru-RU" sz="1200" kern="1200">
                <a:solidFill>
                  <a:srgbClr val="9F9CB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C10B8A3C-52E4-B544-A59A-C165ECB49E6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32377" y="1574046"/>
            <a:ext cx="11247560" cy="4552434"/>
          </a:xfrm>
          <a:prstGeom prst="roundRect">
            <a:avLst>
              <a:gd name="adj" fmla="val 3643"/>
            </a:avLst>
          </a:prstGeom>
          <a:ln w="25400">
            <a:solidFill>
              <a:srgbClr val="E4E3ED"/>
            </a:solidFill>
          </a:ln>
        </p:spPr>
        <p:txBody>
          <a:bodyPr/>
          <a:lstStyle>
            <a:lvl1pPr>
              <a:defRPr>
                <a:noFill/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noFill/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noFill/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noFill/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noFill/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ru-RU" dirty="0"/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D2B602D3-DBE3-BA46-8536-44ABE4A4B96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11647" y="1652434"/>
            <a:ext cx="10697185" cy="3324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ru-RU" sz="2000" b="1" kern="1200" dirty="0">
                <a:solidFill>
                  <a:srgbClr val="11076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GraphName</a:t>
            </a:r>
            <a:r>
              <a:rPr lang="en-US" dirty="0"/>
              <a:t>, Unit</a:t>
            </a:r>
            <a:endParaRPr lang="ru-RU" dirty="0"/>
          </a:p>
        </p:txBody>
      </p:sp>
      <p:sp>
        <p:nvSpPr>
          <p:cNvPr id="21" name="Text Placeholder 30">
            <a:extLst>
              <a:ext uri="{FF2B5EF4-FFF2-40B4-BE49-F238E27FC236}">
                <a16:creationId xmlns:a16="http://schemas.microsoft.com/office/drawing/2014/main" id="{5B166040-A57B-8340-9BD5-993CD02C925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11647" y="2054528"/>
            <a:ext cx="10697185" cy="24129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ru-RU" sz="1200" b="0" kern="1200" dirty="0">
                <a:solidFill>
                  <a:srgbClr val="11076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Short description</a:t>
            </a:r>
            <a:endParaRPr lang="ru-RU" dirty="0"/>
          </a:p>
        </p:txBody>
      </p:sp>
      <p:sp>
        <p:nvSpPr>
          <p:cNvPr id="22" name="Content Placeholder 6">
            <a:extLst>
              <a:ext uri="{FF2B5EF4-FFF2-40B4-BE49-F238E27FC236}">
                <a16:creationId xmlns:a16="http://schemas.microsoft.com/office/drawing/2014/main" id="{E2300328-9BDE-F34B-9AE1-3CC49A9DA319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706609" y="2365498"/>
            <a:ext cx="10702289" cy="3608581"/>
          </a:xfrm>
          <a:prstGeom prst="roundRect">
            <a:avLst>
              <a:gd name="adj" fmla="val 3062"/>
            </a:avLst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lang="ru-RU" sz="1800" dirty="0">
                <a:solidFill>
                  <a:schemeClr val="l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algn="ctr"/>
            <a:r>
              <a:rPr lang="en-GB"/>
              <a:t>Click to edit Master text styles</a:t>
            </a:r>
          </a:p>
        </p:txBody>
      </p:sp>
      <p:sp>
        <p:nvSpPr>
          <p:cNvPr id="11" name="Text Placeholder 30">
            <a:extLst>
              <a:ext uri="{FF2B5EF4-FFF2-40B4-BE49-F238E27FC236}">
                <a16:creationId xmlns:a16="http://schemas.microsoft.com/office/drawing/2014/main" id="{F8BF79C7-DCFF-4F4A-B9CB-A213875779B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22716" y="532852"/>
            <a:ext cx="11226977" cy="5359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ru-RU" sz="3600" b="1" kern="1200" dirty="0">
                <a:solidFill>
                  <a:srgbClr val="11076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  <a:endParaRPr lang="ru-RU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B5D89D1-5E29-4C44-9F35-8D5685A00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02763" y="6385745"/>
            <a:ext cx="1056861" cy="365125"/>
          </a:xfrm>
          <a:prstGeom prst="rect">
            <a:avLst/>
          </a:prstGeom>
        </p:spPr>
        <p:txBody>
          <a:bodyPr anchor="ctr"/>
          <a:lstStyle>
            <a:lvl1pPr algn="r">
              <a:defRPr sz="1400">
                <a:solidFill>
                  <a:srgbClr val="A09DB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968B802-47E9-D447-A19C-33252E66520F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59A8176-6D17-2F4A-B459-DE8FA3C3BE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79425" y="6435198"/>
            <a:ext cx="932815" cy="251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4036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Pho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6">
            <a:extLst>
              <a:ext uri="{FF2B5EF4-FFF2-40B4-BE49-F238E27FC236}">
                <a16:creationId xmlns:a16="http://schemas.microsoft.com/office/drawing/2014/main" id="{1E78EE17-D1BB-5F4B-9EB7-C55465A93984}"/>
              </a:ext>
            </a:extLst>
          </p:cNvPr>
          <p:cNvSpPr>
            <a:spLocks noGrp="1" noChangeAspect="1"/>
          </p:cNvSpPr>
          <p:nvPr>
            <p:ph type="pic" sz="quarter" idx="21"/>
          </p:nvPr>
        </p:nvSpPr>
        <p:spPr>
          <a:xfrm>
            <a:off x="1486745" y="694386"/>
            <a:ext cx="2571500" cy="5179543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GB" dirty="0"/>
              <a:t>Click icon to add picture</a:t>
            </a:r>
            <a:endParaRPr lang="ru-RU" dirty="0"/>
          </a:p>
        </p:txBody>
      </p:sp>
      <p:sp>
        <p:nvSpPr>
          <p:cNvPr id="11" name="Picture Placeholder 20">
            <a:extLst>
              <a:ext uri="{FF2B5EF4-FFF2-40B4-BE49-F238E27FC236}">
                <a16:creationId xmlns:a16="http://schemas.microsoft.com/office/drawing/2014/main" id="{43D561F7-9C6E-F34D-99B1-891A0CDA4AD3}"/>
              </a:ext>
            </a:extLst>
          </p:cNvPr>
          <p:cNvSpPr>
            <a:spLocks noGrp="1" noChangeAspect="1"/>
          </p:cNvSpPr>
          <p:nvPr>
            <p:ph type="pic" sz="quarter" idx="19"/>
          </p:nvPr>
        </p:nvSpPr>
        <p:spPr>
          <a:xfrm>
            <a:off x="1607337" y="813806"/>
            <a:ext cx="2329200" cy="4930140"/>
          </a:xfrm>
          <a:custGeom>
            <a:avLst/>
            <a:gdLst>
              <a:gd name="connsiteX0" fmla="*/ 130149 w 1428167"/>
              <a:gd name="connsiteY0" fmla="*/ 0 h 3035300"/>
              <a:gd name="connsiteX1" fmla="*/ 367719 w 1428167"/>
              <a:gd name="connsiteY1" fmla="*/ 0 h 3035300"/>
              <a:gd name="connsiteX2" fmla="*/ 367719 w 1428167"/>
              <a:gd name="connsiteY2" fmla="*/ 26167 h 3035300"/>
              <a:gd name="connsiteX3" fmla="*/ 439977 w 1428167"/>
              <a:gd name="connsiteY3" fmla="*/ 98425 h 3035300"/>
              <a:gd name="connsiteX4" fmla="*/ 988191 w 1428167"/>
              <a:gd name="connsiteY4" fmla="*/ 98425 h 3035300"/>
              <a:gd name="connsiteX5" fmla="*/ 1060449 w 1428167"/>
              <a:gd name="connsiteY5" fmla="*/ 26167 h 3035300"/>
              <a:gd name="connsiteX6" fmla="*/ 1060449 w 1428167"/>
              <a:gd name="connsiteY6" fmla="*/ 0 h 3035300"/>
              <a:gd name="connsiteX7" fmla="*/ 1298018 w 1428167"/>
              <a:gd name="connsiteY7" fmla="*/ 0 h 3035300"/>
              <a:gd name="connsiteX8" fmla="*/ 1428167 w 1428167"/>
              <a:gd name="connsiteY8" fmla="*/ 130149 h 3035300"/>
              <a:gd name="connsiteX9" fmla="*/ 1428167 w 1428167"/>
              <a:gd name="connsiteY9" fmla="*/ 2905151 h 3035300"/>
              <a:gd name="connsiteX10" fmla="*/ 1298018 w 1428167"/>
              <a:gd name="connsiteY10" fmla="*/ 3035300 h 3035300"/>
              <a:gd name="connsiteX11" fmla="*/ 130149 w 1428167"/>
              <a:gd name="connsiteY11" fmla="*/ 3035300 h 3035300"/>
              <a:gd name="connsiteX12" fmla="*/ 0 w 1428167"/>
              <a:gd name="connsiteY12" fmla="*/ 2905151 h 3035300"/>
              <a:gd name="connsiteX13" fmla="*/ 0 w 1428167"/>
              <a:gd name="connsiteY13" fmla="*/ 130149 h 3035300"/>
              <a:gd name="connsiteX14" fmla="*/ 130149 w 1428167"/>
              <a:gd name="connsiteY14" fmla="*/ 0 h 303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428167" h="3035300">
                <a:moveTo>
                  <a:pt x="130149" y="0"/>
                </a:moveTo>
                <a:lnTo>
                  <a:pt x="367719" y="0"/>
                </a:lnTo>
                <a:lnTo>
                  <a:pt x="367719" y="26167"/>
                </a:lnTo>
                <a:cubicBezTo>
                  <a:pt x="367719" y="66074"/>
                  <a:pt x="400070" y="98425"/>
                  <a:pt x="439977" y="98425"/>
                </a:cubicBezTo>
                <a:lnTo>
                  <a:pt x="988191" y="98425"/>
                </a:lnTo>
                <a:cubicBezTo>
                  <a:pt x="1028098" y="98425"/>
                  <a:pt x="1060449" y="66074"/>
                  <a:pt x="1060449" y="26167"/>
                </a:cubicBezTo>
                <a:lnTo>
                  <a:pt x="1060449" y="0"/>
                </a:lnTo>
                <a:lnTo>
                  <a:pt x="1298018" y="0"/>
                </a:lnTo>
                <a:cubicBezTo>
                  <a:pt x="1369897" y="0"/>
                  <a:pt x="1428167" y="58270"/>
                  <a:pt x="1428167" y="130149"/>
                </a:cubicBezTo>
                <a:lnTo>
                  <a:pt x="1428167" y="2905151"/>
                </a:lnTo>
                <a:cubicBezTo>
                  <a:pt x="1428167" y="2977030"/>
                  <a:pt x="1369897" y="3035300"/>
                  <a:pt x="1298018" y="3035300"/>
                </a:cubicBezTo>
                <a:lnTo>
                  <a:pt x="130149" y="3035300"/>
                </a:lnTo>
                <a:cubicBezTo>
                  <a:pt x="58270" y="3035300"/>
                  <a:pt x="0" y="2977030"/>
                  <a:pt x="0" y="2905151"/>
                </a:cubicBezTo>
                <a:lnTo>
                  <a:pt x="0" y="130149"/>
                </a:lnTo>
                <a:cubicBezTo>
                  <a:pt x="0" y="58270"/>
                  <a:pt x="58270" y="0"/>
                  <a:pt x="130149" y="0"/>
                </a:cubicBezTo>
                <a:close/>
              </a:path>
            </a:pathLst>
          </a:custGeom>
          <a:blipFill dpi="0" rotWithShape="1">
            <a:blip r:embed="rId3"/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en-GB" dirty="0"/>
              <a:t>Click icon to add picture</a:t>
            </a:r>
            <a:endParaRPr lang="ru-RU" dirty="0"/>
          </a:p>
        </p:txBody>
      </p:sp>
      <p:sp>
        <p:nvSpPr>
          <p:cNvPr id="14" name="Picture Placeholder 16">
            <a:extLst>
              <a:ext uri="{FF2B5EF4-FFF2-40B4-BE49-F238E27FC236}">
                <a16:creationId xmlns:a16="http://schemas.microsoft.com/office/drawing/2014/main" id="{EDD07CED-0B7D-D243-9382-72CC75FDA878}"/>
              </a:ext>
            </a:extLst>
          </p:cNvPr>
          <p:cNvSpPr>
            <a:spLocks noGrp="1" noChangeAspect="1"/>
          </p:cNvSpPr>
          <p:nvPr>
            <p:ph type="pic" sz="quarter" idx="22"/>
          </p:nvPr>
        </p:nvSpPr>
        <p:spPr>
          <a:xfrm>
            <a:off x="4946225" y="694386"/>
            <a:ext cx="2571500" cy="5179543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GB" dirty="0"/>
              <a:t>Click icon to add picture</a:t>
            </a:r>
            <a:endParaRPr lang="ru-RU" dirty="0"/>
          </a:p>
        </p:txBody>
      </p:sp>
      <p:sp>
        <p:nvSpPr>
          <p:cNvPr id="20" name="Picture Placeholder 20">
            <a:extLst>
              <a:ext uri="{FF2B5EF4-FFF2-40B4-BE49-F238E27FC236}">
                <a16:creationId xmlns:a16="http://schemas.microsoft.com/office/drawing/2014/main" id="{A762B445-0894-8A43-89B1-4FAB93A9FAC7}"/>
              </a:ext>
            </a:extLst>
          </p:cNvPr>
          <p:cNvSpPr>
            <a:spLocks noGrp="1" noChangeAspect="1"/>
          </p:cNvSpPr>
          <p:nvPr>
            <p:ph type="pic" sz="quarter" idx="23"/>
          </p:nvPr>
        </p:nvSpPr>
        <p:spPr>
          <a:xfrm>
            <a:off x="5072299" y="813806"/>
            <a:ext cx="2332800" cy="4937760"/>
          </a:xfrm>
          <a:custGeom>
            <a:avLst/>
            <a:gdLst>
              <a:gd name="connsiteX0" fmla="*/ 130149 w 1428167"/>
              <a:gd name="connsiteY0" fmla="*/ 0 h 3035300"/>
              <a:gd name="connsiteX1" fmla="*/ 367719 w 1428167"/>
              <a:gd name="connsiteY1" fmla="*/ 0 h 3035300"/>
              <a:gd name="connsiteX2" fmla="*/ 367719 w 1428167"/>
              <a:gd name="connsiteY2" fmla="*/ 26167 h 3035300"/>
              <a:gd name="connsiteX3" fmla="*/ 439977 w 1428167"/>
              <a:gd name="connsiteY3" fmla="*/ 98425 h 3035300"/>
              <a:gd name="connsiteX4" fmla="*/ 988191 w 1428167"/>
              <a:gd name="connsiteY4" fmla="*/ 98425 h 3035300"/>
              <a:gd name="connsiteX5" fmla="*/ 1060449 w 1428167"/>
              <a:gd name="connsiteY5" fmla="*/ 26167 h 3035300"/>
              <a:gd name="connsiteX6" fmla="*/ 1060449 w 1428167"/>
              <a:gd name="connsiteY6" fmla="*/ 0 h 3035300"/>
              <a:gd name="connsiteX7" fmla="*/ 1298018 w 1428167"/>
              <a:gd name="connsiteY7" fmla="*/ 0 h 3035300"/>
              <a:gd name="connsiteX8" fmla="*/ 1428167 w 1428167"/>
              <a:gd name="connsiteY8" fmla="*/ 130149 h 3035300"/>
              <a:gd name="connsiteX9" fmla="*/ 1428167 w 1428167"/>
              <a:gd name="connsiteY9" fmla="*/ 2905151 h 3035300"/>
              <a:gd name="connsiteX10" fmla="*/ 1298018 w 1428167"/>
              <a:gd name="connsiteY10" fmla="*/ 3035300 h 3035300"/>
              <a:gd name="connsiteX11" fmla="*/ 130149 w 1428167"/>
              <a:gd name="connsiteY11" fmla="*/ 3035300 h 3035300"/>
              <a:gd name="connsiteX12" fmla="*/ 0 w 1428167"/>
              <a:gd name="connsiteY12" fmla="*/ 2905151 h 3035300"/>
              <a:gd name="connsiteX13" fmla="*/ 0 w 1428167"/>
              <a:gd name="connsiteY13" fmla="*/ 130149 h 3035300"/>
              <a:gd name="connsiteX14" fmla="*/ 130149 w 1428167"/>
              <a:gd name="connsiteY14" fmla="*/ 0 h 303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428167" h="3035300">
                <a:moveTo>
                  <a:pt x="130149" y="0"/>
                </a:moveTo>
                <a:lnTo>
                  <a:pt x="367719" y="0"/>
                </a:lnTo>
                <a:lnTo>
                  <a:pt x="367719" y="26167"/>
                </a:lnTo>
                <a:cubicBezTo>
                  <a:pt x="367719" y="66074"/>
                  <a:pt x="400070" y="98425"/>
                  <a:pt x="439977" y="98425"/>
                </a:cubicBezTo>
                <a:lnTo>
                  <a:pt x="988191" y="98425"/>
                </a:lnTo>
                <a:cubicBezTo>
                  <a:pt x="1028098" y="98425"/>
                  <a:pt x="1060449" y="66074"/>
                  <a:pt x="1060449" y="26167"/>
                </a:cubicBezTo>
                <a:lnTo>
                  <a:pt x="1060449" y="0"/>
                </a:lnTo>
                <a:lnTo>
                  <a:pt x="1298018" y="0"/>
                </a:lnTo>
                <a:cubicBezTo>
                  <a:pt x="1369897" y="0"/>
                  <a:pt x="1428167" y="58270"/>
                  <a:pt x="1428167" y="130149"/>
                </a:cubicBezTo>
                <a:lnTo>
                  <a:pt x="1428167" y="2905151"/>
                </a:lnTo>
                <a:cubicBezTo>
                  <a:pt x="1428167" y="2977030"/>
                  <a:pt x="1369897" y="3035300"/>
                  <a:pt x="1298018" y="3035300"/>
                </a:cubicBezTo>
                <a:lnTo>
                  <a:pt x="130149" y="3035300"/>
                </a:lnTo>
                <a:cubicBezTo>
                  <a:pt x="58270" y="3035300"/>
                  <a:pt x="0" y="2977030"/>
                  <a:pt x="0" y="2905151"/>
                </a:cubicBezTo>
                <a:lnTo>
                  <a:pt x="0" y="130149"/>
                </a:lnTo>
                <a:cubicBezTo>
                  <a:pt x="0" y="58270"/>
                  <a:pt x="58270" y="0"/>
                  <a:pt x="130149" y="0"/>
                </a:cubicBezTo>
                <a:close/>
              </a:path>
            </a:pathLst>
          </a:custGeom>
          <a:blipFill dpi="0" rotWithShape="1">
            <a:blip r:embed="rId4"/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en-GB" dirty="0"/>
              <a:t>Click icon to add picture</a:t>
            </a:r>
            <a:endParaRPr lang="ru-RU" dirty="0"/>
          </a:p>
        </p:txBody>
      </p:sp>
      <p:sp>
        <p:nvSpPr>
          <p:cNvPr id="21" name="Picture Placeholder 16">
            <a:extLst>
              <a:ext uri="{FF2B5EF4-FFF2-40B4-BE49-F238E27FC236}">
                <a16:creationId xmlns:a16="http://schemas.microsoft.com/office/drawing/2014/main" id="{82D46B4F-8474-2043-97D5-66D1D709E106}"/>
              </a:ext>
            </a:extLst>
          </p:cNvPr>
          <p:cNvSpPr>
            <a:spLocks noGrp="1" noChangeAspect="1"/>
          </p:cNvSpPr>
          <p:nvPr>
            <p:ph type="pic" sz="quarter" idx="24"/>
          </p:nvPr>
        </p:nvSpPr>
        <p:spPr>
          <a:xfrm>
            <a:off x="8405705" y="694386"/>
            <a:ext cx="2571500" cy="5179543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GB" dirty="0"/>
              <a:t>Click icon to add picture</a:t>
            </a:r>
            <a:endParaRPr lang="ru-RU" dirty="0"/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60B746E2-704F-7E4D-AEB5-B87906138D3F}"/>
              </a:ext>
            </a:extLst>
          </p:cNvPr>
          <p:cNvSpPr>
            <a:spLocks noGrp="1" noChangeAspect="1"/>
          </p:cNvSpPr>
          <p:nvPr>
            <p:ph type="pic" sz="quarter" idx="25"/>
          </p:nvPr>
        </p:nvSpPr>
        <p:spPr>
          <a:xfrm>
            <a:off x="8531779" y="813806"/>
            <a:ext cx="2332800" cy="4937760"/>
          </a:xfrm>
          <a:custGeom>
            <a:avLst/>
            <a:gdLst>
              <a:gd name="connsiteX0" fmla="*/ 130149 w 1428167"/>
              <a:gd name="connsiteY0" fmla="*/ 0 h 3035300"/>
              <a:gd name="connsiteX1" fmla="*/ 367719 w 1428167"/>
              <a:gd name="connsiteY1" fmla="*/ 0 h 3035300"/>
              <a:gd name="connsiteX2" fmla="*/ 367719 w 1428167"/>
              <a:gd name="connsiteY2" fmla="*/ 26167 h 3035300"/>
              <a:gd name="connsiteX3" fmla="*/ 439977 w 1428167"/>
              <a:gd name="connsiteY3" fmla="*/ 98425 h 3035300"/>
              <a:gd name="connsiteX4" fmla="*/ 988191 w 1428167"/>
              <a:gd name="connsiteY4" fmla="*/ 98425 h 3035300"/>
              <a:gd name="connsiteX5" fmla="*/ 1060449 w 1428167"/>
              <a:gd name="connsiteY5" fmla="*/ 26167 h 3035300"/>
              <a:gd name="connsiteX6" fmla="*/ 1060449 w 1428167"/>
              <a:gd name="connsiteY6" fmla="*/ 0 h 3035300"/>
              <a:gd name="connsiteX7" fmla="*/ 1298018 w 1428167"/>
              <a:gd name="connsiteY7" fmla="*/ 0 h 3035300"/>
              <a:gd name="connsiteX8" fmla="*/ 1428167 w 1428167"/>
              <a:gd name="connsiteY8" fmla="*/ 130149 h 3035300"/>
              <a:gd name="connsiteX9" fmla="*/ 1428167 w 1428167"/>
              <a:gd name="connsiteY9" fmla="*/ 2905151 h 3035300"/>
              <a:gd name="connsiteX10" fmla="*/ 1298018 w 1428167"/>
              <a:gd name="connsiteY10" fmla="*/ 3035300 h 3035300"/>
              <a:gd name="connsiteX11" fmla="*/ 130149 w 1428167"/>
              <a:gd name="connsiteY11" fmla="*/ 3035300 h 3035300"/>
              <a:gd name="connsiteX12" fmla="*/ 0 w 1428167"/>
              <a:gd name="connsiteY12" fmla="*/ 2905151 h 3035300"/>
              <a:gd name="connsiteX13" fmla="*/ 0 w 1428167"/>
              <a:gd name="connsiteY13" fmla="*/ 130149 h 3035300"/>
              <a:gd name="connsiteX14" fmla="*/ 130149 w 1428167"/>
              <a:gd name="connsiteY14" fmla="*/ 0 h 303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428167" h="3035300">
                <a:moveTo>
                  <a:pt x="130149" y="0"/>
                </a:moveTo>
                <a:lnTo>
                  <a:pt x="367719" y="0"/>
                </a:lnTo>
                <a:lnTo>
                  <a:pt x="367719" y="26167"/>
                </a:lnTo>
                <a:cubicBezTo>
                  <a:pt x="367719" y="66074"/>
                  <a:pt x="400070" y="98425"/>
                  <a:pt x="439977" y="98425"/>
                </a:cubicBezTo>
                <a:lnTo>
                  <a:pt x="988191" y="98425"/>
                </a:lnTo>
                <a:cubicBezTo>
                  <a:pt x="1028098" y="98425"/>
                  <a:pt x="1060449" y="66074"/>
                  <a:pt x="1060449" y="26167"/>
                </a:cubicBezTo>
                <a:lnTo>
                  <a:pt x="1060449" y="0"/>
                </a:lnTo>
                <a:lnTo>
                  <a:pt x="1298018" y="0"/>
                </a:lnTo>
                <a:cubicBezTo>
                  <a:pt x="1369897" y="0"/>
                  <a:pt x="1428167" y="58270"/>
                  <a:pt x="1428167" y="130149"/>
                </a:cubicBezTo>
                <a:lnTo>
                  <a:pt x="1428167" y="2905151"/>
                </a:lnTo>
                <a:cubicBezTo>
                  <a:pt x="1428167" y="2977030"/>
                  <a:pt x="1369897" y="3035300"/>
                  <a:pt x="1298018" y="3035300"/>
                </a:cubicBezTo>
                <a:lnTo>
                  <a:pt x="130149" y="3035300"/>
                </a:lnTo>
                <a:cubicBezTo>
                  <a:pt x="58270" y="3035300"/>
                  <a:pt x="0" y="2977030"/>
                  <a:pt x="0" y="2905151"/>
                </a:cubicBezTo>
                <a:lnTo>
                  <a:pt x="0" y="130149"/>
                </a:lnTo>
                <a:cubicBezTo>
                  <a:pt x="0" y="58270"/>
                  <a:pt x="58270" y="0"/>
                  <a:pt x="130149" y="0"/>
                </a:cubicBezTo>
                <a:close/>
              </a:path>
            </a:pathLst>
          </a:custGeom>
          <a:blipFill dpi="0" rotWithShape="1">
            <a:blip r:embed="rId5"/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en-GB" dirty="0"/>
              <a:t>Click icon to add picture</a:t>
            </a:r>
            <a:endParaRPr lang="ru-RU" dirty="0"/>
          </a:p>
        </p:txBody>
      </p:sp>
      <p:sp>
        <p:nvSpPr>
          <p:cNvPr id="12" name="Footer Placeholder 22">
            <a:extLst>
              <a:ext uri="{FF2B5EF4-FFF2-40B4-BE49-F238E27FC236}">
                <a16:creationId xmlns:a16="http://schemas.microsoft.com/office/drawing/2014/main" id="{F9C0DEA6-FEC6-934A-9279-5E31AE5044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89691" y="637737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ru-RU" sz="1200" kern="1200">
                <a:solidFill>
                  <a:srgbClr val="9F9CB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C4D9E862-F4E0-2942-9B69-60FE340AD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02763" y="6385745"/>
            <a:ext cx="1056861" cy="365125"/>
          </a:xfrm>
          <a:prstGeom prst="rect">
            <a:avLst/>
          </a:prstGeom>
        </p:spPr>
        <p:txBody>
          <a:bodyPr anchor="ctr"/>
          <a:lstStyle>
            <a:lvl1pPr algn="r">
              <a:defRPr sz="1400">
                <a:solidFill>
                  <a:srgbClr val="A09DB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968B802-47E9-D447-A19C-33252E66520F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FF9182C-40A5-C945-88F3-971E58AF092A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479425" y="6435198"/>
            <a:ext cx="932815" cy="251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5986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2 iPho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6">
            <a:extLst>
              <a:ext uri="{FF2B5EF4-FFF2-40B4-BE49-F238E27FC236}">
                <a16:creationId xmlns:a16="http://schemas.microsoft.com/office/drawing/2014/main" id="{82F3FA79-D863-B541-98E0-16DE8DA9E8F9}"/>
              </a:ext>
            </a:extLst>
          </p:cNvPr>
          <p:cNvSpPr>
            <a:spLocks noGrp="1" noChangeAspect="1"/>
          </p:cNvSpPr>
          <p:nvPr>
            <p:ph type="pic" sz="quarter" idx="22"/>
          </p:nvPr>
        </p:nvSpPr>
        <p:spPr>
          <a:xfrm>
            <a:off x="7443587" y="1179967"/>
            <a:ext cx="2376000" cy="4785764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GB" dirty="0"/>
              <a:t>Click icon to add picture</a:t>
            </a:r>
            <a:endParaRPr lang="ru-RU" dirty="0"/>
          </a:p>
        </p:txBody>
      </p:sp>
      <p:sp>
        <p:nvSpPr>
          <p:cNvPr id="17" name="Picture Placeholder 20">
            <a:extLst>
              <a:ext uri="{FF2B5EF4-FFF2-40B4-BE49-F238E27FC236}">
                <a16:creationId xmlns:a16="http://schemas.microsoft.com/office/drawing/2014/main" id="{6C62DFFB-4904-3149-9284-C173D8EFB4C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557455" y="1276247"/>
            <a:ext cx="2160000" cy="4572000"/>
          </a:xfrm>
          <a:custGeom>
            <a:avLst/>
            <a:gdLst>
              <a:gd name="connsiteX0" fmla="*/ 130149 w 1428167"/>
              <a:gd name="connsiteY0" fmla="*/ 0 h 3035300"/>
              <a:gd name="connsiteX1" fmla="*/ 367719 w 1428167"/>
              <a:gd name="connsiteY1" fmla="*/ 0 h 3035300"/>
              <a:gd name="connsiteX2" fmla="*/ 367719 w 1428167"/>
              <a:gd name="connsiteY2" fmla="*/ 26167 h 3035300"/>
              <a:gd name="connsiteX3" fmla="*/ 439977 w 1428167"/>
              <a:gd name="connsiteY3" fmla="*/ 98425 h 3035300"/>
              <a:gd name="connsiteX4" fmla="*/ 988191 w 1428167"/>
              <a:gd name="connsiteY4" fmla="*/ 98425 h 3035300"/>
              <a:gd name="connsiteX5" fmla="*/ 1060449 w 1428167"/>
              <a:gd name="connsiteY5" fmla="*/ 26167 h 3035300"/>
              <a:gd name="connsiteX6" fmla="*/ 1060449 w 1428167"/>
              <a:gd name="connsiteY6" fmla="*/ 0 h 3035300"/>
              <a:gd name="connsiteX7" fmla="*/ 1298018 w 1428167"/>
              <a:gd name="connsiteY7" fmla="*/ 0 h 3035300"/>
              <a:gd name="connsiteX8" fmla="*/ 1428167 w 1428167"/>
              <a:gd name="connsiteY8" fmla="*/ 130149 h 3035300"/>
              <a:gd name="connsiteX9" fmla="*/ 1428167 w 1428167"/>
              <a:gd name="connsiteY9" fmla="*/ 2905151 h 3035300"/>
              <a:gd name="connsiteX10" fmla="*/ 1298018 w 1428167"/>
              <a:gd name="connsiteY10" fmla="*/ 3035300 h 3035300"/>
              <a:gd name="connsiteX11" fmla="*/ 130149 w 1428167"/>
              <a:gd name="connsiteY11" fmla="*/ 3035300 h 3035300"/>
              <a:gd name="connsiteX12" fmla="*/ 0 w 1428167"/>
              <a:gd name="connsiteY12" fmla="*/ 2905151 h 3035300"/>
              <a:gd name="connsiteX13" fmla="*/ 0 w 1428167"/>
              <a:gd name="connsiteY13" fmla="*/ 130149 h 3035300"/>
              <a:gd name="connsiteX14" fmla="*/ 130149 w 1428167"/>
              <a:gd name="connsiteY14" fmla="*/ 0 h 303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428167" h="3035300">
                <a:moveTo>
                  <a:pt x="130149" y="0"/>
                </a:moveTo>
                <a:lnTo>
                  <a:pt x="367719" y="0"/>
                </a:lnTo>
                <a:lnTo>
                  <a:pt x="367719" y="26167"/>
                </a:lnTo>
                <a:cubicBezTo>
                  <a:pt x="367719" y="66074"/>
                  <a:pt x="400070" y="98425"/>
                  <a:pt x="439977" y="98425"/>
                </a:cubicBezTo>
                <a:lnTo>
                  <a:pt x="988191" y="98425"/>
                </a:lnTo>
                <a:cubicBezTo>
                  <a:pt x="1028098" y="98425"/>
                  <a:pt x="1060449" y="66074"/>
                  <a:pt x="1060449" y="26167"/>
                </a:cubicBezTo>
                <a:lnTo>
                  <a:pt x="1060449" y="0"/>
                </a:lnTo>
                <a:lnTo>
                  <a:pt x="1298018" y="0"/>
                </a:lnTo>
                <a:cubicBezTo>
                  <a:pt x="1369897" y="0"/>
                  <a:pt x="1428167" y="58270"/>
                  <a:pt x="1428167" y="130149"/>
                </a:cubicBezTo>
                <a:lnTo>
                  <a:pt x="1428167" y="2905151"/>
                </a:lnTo>
                <a:cubicBezTo>
                  <a:pt x="1428167" y="2977030"/>
                  <a:pt x="1369897" y="3035300"/>
                  <a:pt x="1298018" y="3035300"/>
                </a:cubicBezTo>
                <a:lnTo>
                  <a:pt x="130149" y="3035300"/>
                </a:lnTo>
                <a:cubicBezTo>
                  <a:pt x="58270" y="3035300"/>
                  <a:pt x="0" y="2977030"/>
                  <a:pt x="0" y="2905151"/>
                </a:cubicBezTo>
                <a:lnTo>
                  <a:pt x="0" y="130149"/>
                </a:lnTo>
                <a:cubicBezTo>
                  <a:pt x="0" y="58270"/>
                  <a:pt x="58270" y="0"/>
                  <a:pt x="130149" y="0"/>
                </a:cubicBezTo>
                <a:close/>
              </a:path>
            </a:pathLst>
          </a:custGeom>
          <a:blipFill dpi="0" rotWithShape="1">
            <a:blip r:embed="rId3"/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en-GB" dirty="0"/>
              <a:t>Click icon to add picture</a:t>
            </a:r>
            <a:endParaRPr lang="ru-RU" dirty="0"/>
          </a:p>
        </p:txBody>
      </p:sp>
      <p:sp>
        <p:nvSpPr>
          <p:cNvPr id="18" name="Picture Placeholder 16">
            <a:extLst>
              <a:ext uri="{FF2B5EF4-FFF2-40B4-BE49-F238E27FC236}">
                <a16:creationId xmlns:a16="http://schemas.microsoft.com/office/drawing/2014/main" id="{13C82FB5-66CE-1840-9657-E8603D7031F6}"/>
              </a:ext>
            </a:extLst>
          </p:cNvPr>
          <p:cNvSpPr>
            <a:spLocks noGrp="1" noChangeAspect="1"/>
          </p:cNvSpPr>
          <p:nvPr>
            <p:ph type="pic" sz="quarter" idx="21"/>
          </p:nvPr>
        </p:nvSpPr>
        <p:spPr>
          <a:xfrm>
            <a:off x="9384850" y="1393731"/>
            <a:ext cx="2376000" cy="4785764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GB" dirty="0"/>
              <a:t>Click icon to add picture</a:t>
            </a:r>
            <a:endParaRPr lang="ru-RU" dirty="0"/>
          </a:p>
        </p:txBody>
      </p:sp>
      <p:sp>
        <p:nvSpPr>
          <p:cNvPr id="12" name="Picture Placeholder 20">
            <a:extLst>
              <a:ext uri="{FF2B5EF4-FFF2-40B4-BE49-F238E27FC236}">
                <a16:creationId xmlns:a16="http://schemas.microsoft.com/office/drawing/2014/main" id="{1F6FA43E-371D-BF4B-92DC-073DCB6B51F7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498718" y="1490011"/>
            <a:ext cx="2160000" cy="4572000"/>
          </a:xfrm>
          <a:custGeom>
            <a:avLst/>
            <a:gdLst>
              <a:gd name="connsiteX0" fmla="*/ 130149 w 1428167"/>
              <a:gd name="connsiteY0" fmla="*/ 0 h 3035300"/>
              <a:gd name="connsiteX1" fmla="*/ 367719 w 1428167"/>
              <a:gd name="connsiteY1" fmla="*/ 0 h 3035300"/>
              <a:gd name="connsiteX2" fmla="*/ 367719 w 1428167"/>
              <a:gd name="connsiteY2" fmla="*/ 26167 h 3035300"/>
              <a:gd name="connsiteX3" fmla="*/ 439977 w 1428167"/>
              <a:gd name="connsiteY3" fmla="*/ 98425 h 3035300"/>
              <a:gd name="connsiteX4" fmla="*/ 988191 w 1428167"/>
              <a:gd name="connsiteY4" fmla="*/ 98425 h 3035300"/>
              <a:gd name="connsiteX5" fmla="*/ 1060449 w 1428167"/>
              <a:gd name="connsiteY5" fmla="*/ 26167 h 3035300"/>
              <a:gd name="connsiteX6" fmla="*/ 1060449 w 1428167"/>
              <a:gd name="connsiteY6" fmla="*/ 0 h 3035300"/>
              <a:gd name="connsiteX7" fmla="*/ 1298018 w 1428167"/>
              <a:gd name="connsiteY7" fmla="*/ 0 h 3035300"/>
              <a:gd name="connsiteX8" fmla="*/ 1428167 w 1428167"/>
              <a:gd name="connsiteY8" fmla="*/ 130149 h 3035300"/>
              <a:gd name="connsiteX9" fmla="*/ 1428167 w 1428167"/>
              <a:gd name="connsiteY9" fmla="*/ 2905151 h 3035300"/>
              <a:gd name="connsiteX10" fmla="*/ 1298018 w 1428167"/>
              <a:gd name="connsiteY10" fmla="*/ 3035300 h 3035300"/>
              <a:gd name="connsiteX11" fmla="*/ 130149 w 1428167"/>
              <a:gd name="connsiteY11" fmla="*/ 3035300 h 3035300"/>
              <a:gd name="connsiteX12" fmla="*/ 0 w 1428167"/>
              <a:gd name="connsiteY12" fmla="*/ 2905151 h 3035300"/>
              <a:gd name="connsiteX13" fmla="*/ 0 w 1428167"/>
              <a:gd name="connsiteY13" fmla="*/ 130149 h 3035300"/>
              <a:gd name="connsiteX14" fmla="*/ 130149 w 1428167"/>
              <a:gd name="connsiteY14" fmla="*/ 0 h 303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428167" h="3035300">
                <a:moveTo>
                  <a:pt x="130149" y="0"/>
                </a:moveTo>
                <a:lnTo>
                  <a:pt x="367719" y="0"/>
                </a:lnTo>
                <a:lnTo>
                  <a:pt x="367719" y="26167"/>
                </a:lnTo>
                <a:cubicBezTo>
                  <a:pt x="367719" y="66074"/>
                  <a:pt x="400070" y="98425"/>
                  <a:pt x="439977" y="98425"/>
                </a:cubicBezTo>
                <a:lnTo>
                  <a:pt x="988191" y="98425"/>
                </a:lnTo>
                <a:cubicBezTo>
                  <a:pt x="1028098" y="98425"/>
                  <a:pt x="1060449" y="66074"/>
                  <a:pt x="1060449" y="26167"/>
                </a:cubicBezTo>
                <a:lnTo>
                  <a:pt x="1060449" y="0"/>
                </a:lnTo>
                <a:lnTo>
                  <a:pt x="1298018" y="0"/>
                </a:lnTo>
                <a:cubicBezTo>
                  <a:pt x="1369897" y="0"/>
                  <a:pt x="1428167" y="58270"/>
                  <a:pt x="1428167" y="130149"/>
                </a:cubicBezTo>
                <a:lnTo>
                  <a:pt x="1428167" y="2905151"/>
                </a:lnTo>
                <a:cubicBezTo>
                  <a:pt x="1428167" y="2977030"/>
                  <a:pt x="1369897" y="3035300"/>
                  <a:pt x="1298018" y="3035300"/>
                </a:cubicBezTo>
                <a:lnTo>
                  <a:pt x="130149" y="3035300"/>
                </a:lnTo>
                <a:cubicBezTo>
                  <a:pt x="58270" y="3035300"/>
                  <a:pt x="0" y="2977030"/>
                  <a:pt x="0" y="2905151"/>
                </a:cubicBezTo>
                <a:lnTo>
                  <a:pt x="0" y="130149"/>
                </a:lnTo>
                <a:cubicBezTo>
                  <a:pt x="0" y="58270"/>
                  <a:pt x="58270" y="0"/>
                  <a:pt x="130149" y="0"/>
                </a:cubicBezTo>
                <a:close/>
              </a:path>
            </a:pathLst>
          </a:custGeom>
          <a:blipFill dpi="0" rotWithShape="1">
            <a:blip r:embed="rId4"/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en-GB" dirty="0"/>
              <a:t>Click icon to add picture</a:t>
            </a:r>
            <a:endParaRPr lang="ru-RU" dirty="0"/>
          </a:p>
        </p:txBody>
      </p:sp>
      <p:sp>
        <p:nvSpPr>
          <p:cNvPr id="19" name="Footer Placeholder 22">
            <a:extLst>
              <a:ext uri="{FF2B5EF4-FFF2-40B4-BE49-F238E27FC236}">
                <a16:creationId xmlns:a16="http://schemas.microsoft.com/office/drawing/2014/main" id="{581DFACF-906B-F042-BC1D-69E96A35BF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89691" y="637737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ru-RU" sz="1200" kern="1200">
                <a:solidFill>
                  <a:srgbClr val="9F9CB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F5F21106-13BD-F44C-BE25-E0EDC0E3ACB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5867" y="1163747"/>
            <a:ext cx="6465540" cy="4118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lang="ru-RU" sz="2400" b="1" kern="1200" dirty="0">
                <a:solidFill>
                  <a:srgbClr val="11076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Heading</a:t>
            </a:r>
            <a:endParaRPr lang="ru-RU" dirty="0"/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E0155A09-18FC-EF47-83EB-C48ECB47F0E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5867" y="1691279"/>
            <a:ext cx="6465540" cy="4316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ru-RU" sz="1200" b="0" i="1" kern="1200" dirty="0">
                <a:solidFill>
                  <a:srgbClr val="706B9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sz="1200" b="0" i="1" dirty="0">
                <a:solidFill>
                  <a:srgbClr val="706B9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Subline: There is a time of year when these birds eat a seed that makes their flesh bitter and even dangerous.</a:t>
            </a:r>
            <a:endParaRPr lang="ru-RU" sz="1200" b="0" i="1" dirty="0">
              <a:solidFill>
                <a:srgbClr val="706B9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Placeholder 43">
            <a:extLst>
              <a:ext uri="{FF2B5EF4-FFF2-40B4-BE49-F238E27FC236}">
                <a16:creationId xmlns:a16="http://schemas.microsoft.com/office/drawing/2014/main" id="{71031110-FC4D-D24E-B343-9C577216D9A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6567" y="2180067"/>
            <a:ext cx="6464872" cy="2025625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33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1500" b="0" i="0" kern="1200" dirty="0" smtClean="0">
                <a:solidFill>
                  <a:srgbClr val="11076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33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500" b="0" i="0" dirty="0">
                <a:solidFill>
                  <a:srgbClr val="1107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 the species is limited to forests with native vegetation, it is largely restricted to the Black River Gorges National Park in the southwest of Mauritius.</a:t>
            </a:r>
            <a:r>
              <a:rPr lang="ru-RU" sz="1500" b="0" i="0" dirty="0">
                <a:solidFill>
                  <a:srgbClr val="1107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/>
              <a:t>It is arboreal and keeps to the canopy, where it feeds and rests. It nests in natural cavities in old trees, and clutches usually consist of two to four white eggs.</a:t>
            </a:r>
          </a:p>
        </p:txBody>
      </p:sp>
      <p:sp>
        <p:nvSpPr>
          <p:cNvPr id="21" name="Text Placeholder 30">
            <a:extLst>
              <a:ext uri="{FF2B5EF4-FFF2-40B4-BE49-F238E27FC236}">
                <a16:creationId xmlns:a16="http://schemas.microsoft.com/office/drawing/2014/main" id="{19559E47-4C3C-5B41-8A98-AD63407E236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2717" y="532852"/>
            <a:ext cx="6465540" cy="5359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ru-RU" sz="3600" b="1" kern="1200" dirty="0">
                <a:solidFill>
                  <a:srgbClr val="11076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  <a:endParaRPr lang="ru-RU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C18861CE-9C68-2341-B53B-024CC688CDB3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>
          <a:xfrm>
            <a:off x="10702763" y="6385745"/>
            <a:ext cx="1056861" cy="365125"/>
          </a:xfrm>
          <a:prstGeom prst="rect">
            <a:avLst/>
          </a:prstGeom>
        </p:spPr>
        <p:txBody>
          <a:bodyPr anchor="ctr"/>
          <a:lstStyle>
            <a:lvl1pPr algn="r">
              <a:defRPr sz="1400">
                <a:solidFill>
                  <a:srgbClr val="A09DB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968B802-47E9-D447-A19C-33252E66520F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7A8B6AD-DFEE-8640-9FC5-95857DB84A6F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79425" y="6435198"/>
            <a:ext cx="932815" cy="251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4372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Phone + iMa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oter Placeholder 22">
            <a:extLst>
              <a:ext uri="{FF2B5EF4-FFF2-40B4-BE49-F238E27FC236}">
                <a16:creationId xmlns:a16="http://schemas.microsoft.com/office/drawing/2014/main" id="{3788DDE0-3904-514E-B965-2C8E33B7F6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89691" y="637737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ru-RU" sz="1200" kern="1200">
                <a:solidFill>
                  <a:srgbClr val="9F9CB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BCC87F5-31D4-4D4D-B412-580310655A12}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6618782" y="781011"/>
            <a:ext cx="6701434" cy="5383865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</p:spPr>
        <p:txBody>
          <a:bodyPr/>
          <a:lstStyle>
            <a:lvl1pPr>
              <a:defRPr>
                <a:noFill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icon to add picture</a:t>
            </a:r>
            <a:endParaRPr lang="ru-RU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2DA1FFDF-F944-E044-83E0-57056C2F158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884406" y="1042781"/>
            <a:ext cx="6188657" cy="3502624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>
            <a:lvl1pPr>
              <a:defRPr>
                <a:noFill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icon to add picture</a:t>
            </a:r>
            <a:endParaRPr lang="ru-RU" dirty="0"/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176E56AE-CAE5-7A49-9AC0-02CA8DD48996}"/>
              </a:ext>
            </a:extLst>
          </p:cNvPr>
          <p:cNvSpPr>
            <a:spLocks noGrp="1" noChangeAspect="1"/>
          </p:cNvSpPr>
          <p:nvPr>
            <p:ph type="pic" sz="quarter" idx="18"/>
          </p:nvPr>
        </p:nvSpPr>
        <p:spPr>
          <a:xfrm>
            <a:off x="6265975" y="2673540"/>
            <a:ext cx="1588904" cy="3198981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</p:spPr>
        <p:txBody>
          <a:bodyPr/>
          <a:lstStyle>
            <a:lvl1pPr>
              <a:defRPr>
                <a:noFill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icon to add picture</a:t>
            </a:r>
            <a:endParaRPr lang="ru-RU" dirty="0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1EEBAFF8-671F-8845-BDCF-3E64F9C3E8EB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350673" y="2751119"/>
            <a:ext cx="1428167" cy="3035300"/>
          </a:xfrm>
          <a:custGeom>
            <a:avLst/>
            <a:gdLst>
              <a:gd name="connsiteX0" fmla="*/ 130149 w 1428167"/>
              <a:gd name="connsiteY0" fmla="*/ 0 h 3035300"/>
              <a:gd name="connsiteX1" fmla="*/ 367719 w 1428167"/>
              <a:gd name="connsiteY1" fmla="*/ 0 h 3035300"/>
              <a:gd name="connsiteX2" fmla="*/ 367719 w 1428167"/>
              <a:gd name="connsiteY2" fmla="*/ 26167 h 3035300"/>
              <a:gd name="connsiteX3" fmla="*/ 439977 w 1428167"/>
              <a:gd name="connsiteY3" fmla="*/ 98425 h 3035300"/>
              <a:gd name="connsiteX4" fmla="*/ 988191 w 1428167"/>
              <a:gd name="connsiteY4" fmla="*/ 98425 h 3035300"/>
              <a:gd name="connsiteX5" fmla="*/ 1060449 w 1428167"/>
              <a:gd name="connsiteY5" fmla="*/ 26167 h 3035300"/>
              <a:gd name="connsiteX6" fmla="*/ 1060449 w 1428167"/>
              <a:gd name="connsiteY6" fmla="*/ 0 h 3035300"/>
              <a:gd name="connsiteX7" fmla="*/ 1298018 w 1428167"/>
              <a:gd name="connsiteY7" fmla="*/ 0 h 3035300"/>
              <a:gd name="connsiteX8" fmla="*/ 1428167 w 1428167"/>
              <a:gd name="connsiteY8" fmla="*/ 130149 h 3035300"/>
              <a:gd name="connsiteX9" fmla="*/ 1428167 w 1428167"/>
              <a:gd name="connsiteY9" fmla="*/ 2905151 h 3035300"/>
              <a:gd name="connsiteX10" fmla="*/ 1298018 w 1428167"/>
              <a:gd name="connsiteY10" fmla="*/ 3035300 h 3035300"/>
              <a:gd name="connsiteX11" fmla="*/ 130149 w 1428167"/>
              <a:gd name="connsiteY11" fmla="*/ 3035300 h 3035300"/>
              <a:gd name="connsiteX12" fmla="*/ 0 w 1428167"/>
              <a:gd name="connsiteY12" fmla="*/ 2905151 h 3035300"/>
              <a:gd name="connsiteX13" fmla="*/ 0 w 1428167"/>
              <a:gd name="connsiteY13" fmla="*/ 130149 h 3035300"/>
              <a:gd name="connsiteX14" fmla="*/ 130149 w 1428167"/>
              <a:gd name="connsiteY14" fmla="*/ 0 h 303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428167" h="3035300">
                <a:moveTo>
                  <a:pt x="130149" y="0"/>
                </a:moveTo>
                <a:lnTo>
                  <a:pt x="367719" y="0"/>
                </a:lnTo>
                <a:lnTo>
                  <a:pt x="367719" y="26167"/>
                </a:lnTo>
                <a:cubicBezTo>
                  <a:pt x="367719" y="66074"/>
                  <a:pt x="400070" y="98425"/>
                  <a:pt x="439977" y="98425"/>
                </a:cubicBezTo>
                <a:lnTo>
                  <a:pt x="988191" y="98425"/>
                </a:lnTo>
                <a:cubicBezTo>
                  <a:pt x="1028098" y="98425"/>
                  <a:pt x="1060449" y="66074"/>
                  <a:pt x="1060449" y="26167"/>
                </a:cubicBezTo>
                <a:lnTo>
                  <a:pt x="1060449" y="0"/>
                </a:lnTo>
                <a:lnTo>
                  <a:pt x="1298018" y="0"/>
                </a:lnTo>
                <a:cubicBezTo>
                  <a:pt x="1369897" y="0"/>
                  <a:pt x="1428167" y="58270"/>
                  <a:pt x="1428167" y="130149"/>
                </a:cubicBezTo>
                <a:lnTo>
                  <a:pt x="1428167" y="2905151"/>
                </a:lnTo>
                <a:cubicBezTo>
                  <a:pt x="1428167" y="2977030"/>
                  <a:pt x="1369897" y="3035300"/>
                  <a:pt x="1298018" y="3035300"/>
                </a:cubicBezTo>
                <a:lnTo>
                  <a:pt x="130149" y="3035300"/>
                </a:lnTo>
                <a:cubicBezTo>
                  <a:pt x="58270" y="3035300"/>
                  <a:pt x="0" y="2977030"/>
                  <a:pt x="0" y="2905151"/>
                </a:cubicBezTo>
                <a:lnTo>
                  <a:pt x="0" y="130149"/>
                </a:lnTo>
                <a:cubicBezTo>
                  <a:pt x="0" y="58270"/>
                  <a:pt x="58270" y="0"/>
                  <a:pt x="130149" y="0"/>
                </a:cubicBezTo>
                <a:close/>
              </a:path>
            </a:pathLst>
          </a:custGeom>
          <a:blipFill dpi="0" rotWithShape="1">
            <a:blip r:embed="rId5"/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>
              <a:defRPr>
                <a:noFill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icon to add picture</a:t>
            </a:r>
            <a:endParaRPr lang="ru-RU" dirty="0"/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B3963B64-C3CE-B74C-A3B8-EA8B9112E27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5867" y="1163747"/>
            <a:ext cx="5520594" cy="4118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lang="ru-RU" sz="2400" b="1" kern="1200" dirty="0">
                <a:solidFill>
                  <a:srgbClr val="11076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Heading</a:t>
            </a:r>
            <a:endParaRPr lang="ru-RU" dirty="0"/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17E56F3C-DE36-7349-AE81-04B2FF60DF7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5867" y="1691279"/>
            <a:ext cx="5520594" cy="4316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ru-RU" sz="1200" b="0" i="1" kern="1200" dirty="0">
                <a:solidFill>
                  <a:srgbClr val="706B9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sz="1200" b="0" i="1" dirty="0">
                <a:solidFill>
                  <a:srgbClr val="706B9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Subline: There is a time of year when these birds eat a seed that makes their flesh bitter and even dangerous.</a:t>
            </a:r>
            <a:endParaRPr lang="ru-RU" sz="1200" b="0" i="1" dirty="0">
              <a:solidFill>
                <a:srgbClr val="706B9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Placeholder 43">
            <a:extLst>
              <a:ext uri="{FF2B5EF4-FFF2-40B4-BE49-F238E27FC236}">
                <a16:creationId xmlns:a16="http://schemas.microsoft.com/office/drawing/2014/main" id="{6309C301-74E9-5D45-942B-67B9DA03992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6567" y="2180067"/>
            <a:ext cx="5520024" cy="2025625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33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1500" b="0" i="0" kern="1200" dirty="0" smtClean="0">
                <a:solidFill>
                  <a:srgbClr val="11076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33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500" b="0" i="0" dirty="0">
                <a:solidFill>
                  <a:srgbClr val="1107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 the species is limited to forests with native vegetation, it is largely restricted to the Black River Gorges National Park in the southwest of Mauritius.</a:t>
            </a:r>
            <a:r>
              <a:rPr lang="ru-RU" sz="1500" b="0" i="0" dirty="0">
                <a:solidFill>
                  <a:srgbClr val="1107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/>
              <a:t>It is arboreal and keeps to the canopy, where it feeds and rests. It nests in natural cavities in old trees, and clutches usually consist of two to four white eggs.</a:t>
            </a:r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C3CB3754-DFB5-0E44-9F98-C55B7B41F52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2717" y="532852"/>
            <a:ext cx="5520594" cy="5359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ru-RU" sz="3600" b="1" kern="1200" dirty="0">
                <a:solidFill>
                  <a:srgbClr val="11076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  <a:endParaRPr lang="ru-RU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93F66EC4-BEB3-4F4A-AD16-FA8DBDBB559B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0702763" y="6385745"/>
            <a:ext cx="1056861" cy="365125"/>
          </a:xfrm>
          <a:prstGeom prst="rect">
            <a:avLst/>
          </a:prstGeom>
        </p:spPr>
        <p:txBody>
          <a:bodyPr anchor="ctr"/>
          <a:lstStyle>
            <a:lvl1pPr algn="r">
              <a:defRPr sz="1400">
                <a:solidFill>
                  <a:srgbClr val="A09DB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968B802-47E9-D447-A19C-33252E66520F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C46CC70-3B6C-F34F-89C9-B6B1AF58301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479425" y="6435198"/>
            <a:ext cx="932815" cy="251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70591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54881F3D-CA11-2C43-8227-01D344192829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45867" y="1163747"/>
            <a:ext cx="5520594" cy="4118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lang="ru-RU" sz="2400" b="1" kern="1200" dirty="0">
                <a:solidFill>
                  <a:srgbClr val="11076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Heading</a:t>
            </a:r>
            <a:endParaRPr lang="ru-RU" dirty="0"/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5539F5FB-4485-5B49-8DD5-0489A26A73E7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445867" y="1691279"/>
            <a:ext cx="5520594" cy="4316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ru-RU" sz="1200" b="0" i="1" kern="1200" dirty="0">
                <a:solidFill>
                  <a:srgbClr val="706B9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sz="1200" b="0" i="1" dirty="0">
                <a:solidFill>
                  <a:srgbClr val="706B9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Subline: There is a time of year when these birds eat a seed that makes their flesh bitter and even dangerous.</a:t>
            </a:r>
            <a:endParaRPr lang="ru-RU" sz="1200" b="0" i="1" dirty="0">
              <a:solidFill>
                <a:srgbClr val="706B9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92E5689E-FA48-E14C-AEA1-4AB20B5A3519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446567" y="2180067"/>
            <a:ext cx="5520024" cy="2025625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33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1500" b="0" i="0" kern="1200" dirty="0" smtClean="0">
                <a:solidFill>
                  <a:srgbClr val="11076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33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500" b="0" i="0" dirty="0">
                <a:solidFill>
                  <a:srgbClr val="1107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 the species is limited to forests with native vegetation, it is largely restricted to the Black River Gorges National Park in the southwest of Mauritius.</a:t>
            </a:r>
            <a:r>
              <a:rPr lang="ru-RU" sz="1500" b="0" i="0" dirty="0">
                <a:solidFill>
                  <a:srgbClr val="1107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/>
              <a:t>It is arboreal and keeps to the canopy, where it feeds and rests. It nests in natural cavities in old trees, and clutches usually consist of two to four white eggs.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05A09BBC-89DB-D44F-BB72-804951AB438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2717" y="532852"/>
            <a:ext cx="5520594" cy="5359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ru-RU" sz="3600" b="1" kern="1200" dirty="0">
                <a:solidFill>
                  <a:srgbClr val="11076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  <a:endParaRPr lang="ru-RU" dirty="0"/>
          </a:p>
        </p:txBody>
      </p:sp>
      <p:sp>
        <p:nvSpPr>
          <p:cNvPr id="9" name="Footer Placeholder 22">
            <a:extLst>
              <a:ext uri="{FF2B5EF4-FFF2-40B4-BE49-F238E27FC236}">
                <a16:creationId xmlns:a16="http://schemas.microsoft.com/office/drawing/2014/main" id="{717365CF-3619-B442-A5E2-AF06068FC3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89691" y="637737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ru-RU" sz="1200" kern="1200">
                <a:solidFill>
                  <a:srgbClr val="9F9CB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11" name="Picture Placeholder 16">
            <a:extLst>
              <a:ext uri="{FF2B5EF4-FFF2-40B4-BE49-F238E27FC236}">
                <a16:creationId xmlns:a16="http://schemas.microsoft.com/office/drawing/2014/main" id="{6A9848ED-2D87-374D-B2FA-EDFDA5328B9A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518607" y="0"/>
            <a:ext cx="5673393" cy="6858000"/>
          </a:xfrm>
          <a:prstGeom prst="roundRect">
            <a:avLst>
              <a:gd name="adj" fmla="val 0"/>
            </a:avLst>
          </a:prstGeom>
          <a:blipFill dpi="0" rotWithShape="1">
            <a:blip r:embed="rId2"/>
            <a:srcRect/>
            <a:stretch>
              <a:fillRect/>
            </a:stretch>
          </a:blipFill>
          <a:ln w="76200">
            <a:noFill/>
          </a:ln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r>
              <a:rPr lang="en-GB" dirty="0"/>
              <a:t>Click icon to add picture</a:t>
            </a:r>
            <a:endParaRPr lang="ru-RU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48A1A785-B42E-064A-8A66-3EAE31365F0E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0702763" y="6385745"/>
            <a:ext cx="1056861" cy="365125"/>
          </a:xfrm>
          <a:prstGeom prst="rect">
            <a:avLst/>
          </a:prstGeom>
        </p:spPr>
        <p:txBody>
          <a:bodyPr anchor="ctr"/>
          <a:lstStyle>
            <a:lvl1pPr algn="r">
              <a:defRPr sz="1400">
                <a:solidFill>
                  <a:srgbClr val="A09DB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968B802-47E9-D447-A19C-33252E66520F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6BFC945-13F9-A548-AC6D-640181AFED6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79425" y="6435198"/>
            <a:ext cx="932815" cy="251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44567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Tw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oter Placeholder 22">
            <a:extLst>
              <a:ext uri="{FF2B5EF4-FFF2-40B4-BE49-F238E27FC236}">
                <a16:creationId xmlns:a16="http://schemas.microsoft.com/office/drawing/2014/main" id="{3788DDE0-3904-514E-B965-2C8E33B7F6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89691" y="637737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ru-RU" sz="1200" kern="1200">
                <a:solidFill>
                  <a:srgbClr val="9F9CB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17" name="Text Placeholder 43">
            <a:extLst>
              <a:ext uri="{FF2B5EF4-FFF2-40B4-BE49-F238E27FC236}">
                <a16:creationId xmlns:a16="http://schemas.microsoft.com/office/drawing/2014/main" id="{DC1C5712-91A3-1247-A206-0E697158846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40559" y="2211389"/>
            <a:ext cx="5480509" cy="105359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33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1500" b="0" i="0" kern="1200" dirty="0" smtClean="0">
                <a:solidFill>
                  <a:srgbClr val="11076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It is arboreal and keeps to the canopy, where it feeds and rests. It nests in natural cavities in old trees, and clutches usually consist of two to four white eggs.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E505F0E-B814-304D-BFBC-44A2CE667D9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13930" y="3467661"/>
            <a:ext cx="5373687" cy="2722124"/>
          </a:xfrm>
          <a:prstGeom prst="roundRect">
            <a:avLst>
              <a:gd name="adj" fmla="val 5858"/>
            </a:avLst>
          </a:prstGeom>
          <a:blipFill dpi="0" rotWithShape="1">
            <a:blip r:embed="rId2"/>
            <a:srcRect/>
            <a:stretch>
              <a:fillRect/>
            </a:stretch>
          </a:blipFill>
          <a:ln w="76200">
            <a:solidFill>
              <a:srgbClr val="9F9CBF"/>
            </a:solidFill>
          </a:ln>
        </p:spPr>
        <p:txBody>
          <a:bodyPr/>
          <a:lstStyle>
            <a:lvl1pPr marL="0" indent="0">
              <a:buNone/>
              <a:defRPr>
                <a:noFill/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noFill/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noFill/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noFill/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noFill/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54434C8-D4E5-064E-8935-CA6DCE4C561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28126" y="3611151"/>
            <a:ext cx="346904" cy="324985"/>
          </a:xfrm>
          <a:prstGeom prst="roundRect">
            <a:avLst/>
          </a:prstGeom>
          <a:solidFill>
            <a:srgbClr val="100761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ru-RU" sz="1800" b="1" i="0" dirty="0">
                <a:solidFill>
                  <a:schemeClr val="l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algn="ctr"/>
            <a:r>
              <a:rPr lang="ru-RU" dirty="0"/>
              <a:t>1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C8D703DA-E14E-7C4D-B7C8-5EACA59679E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221496" y="3467661"/>
            <a:ext cx="5373687" cy="2722124"/>
          </a:xfrm>
          <a:prstGeom prst="roundRect">
            <a:avLst>
              <a:gd name="adj" fmla="val 5858"/>
            </a:avLst>
          </a:prstGeom>
          <a:blipFill>
            <a:blip r:embed="rId3"/>
            <a:stretch>
              <a:fillRect/>
            </a:stretch>
          </a:blipFill>
          <a:ln w="76200">
            <a:solidFill>
              <a:srgbClr val="9F9CBF"/>
            </a:solidFill>
          </a:ln>
        </p:spPr>
        <p:txBody>
          <a:bodyPr/>
          <a:lstStyle>
            <a:lvl1pPr marL="0" indent="0">
              <a:buNone/>
              <a:defRPr>
                <a:noFill/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noFill/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noFill/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noFill/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noFill/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Text Placeholder 8">
            <a:extLst>
              <a:ext uri="{FF2B5EF4-FFF2-40B4-BE49-F238E27FC236}">
                <a16:creationId xmlns:a16="http://schemas.microsoft.com/office/drawing/2014/main" id="{469D826C-A337-2247-9D5D-D9B1FB842C7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135692" y="3611151"/>
            <a:ext cx="346904" cy="324985"/>
          </a:xfrm>
          <a:prstGeom prst="roundRect">
            <a:avLst/>
          </a:prstGeom>
          <a:solidFill>
            <a:srgbClr val="100761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ru-RU" sz="1800" b="1" i="0" dirty="0">
                <a:solidFill>
                  <a:schemeClr val="l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algn="ctr"/>
            <a:r>
              <a:rPr lang="en-US" dirty="0"/>
              <a:t>2</a:t>
            </a:r>
            <a:endParaRPr lang="ru-RU" dirty="0"/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2EE1A807-7A5B-B04A-9F8C-51AAA27F975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5867" y="1163747"/>
            <a:ext cx="11149316" cy="4118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lang="ru-RU" sz="2400" b="1" kern="1200" dirty="0">
                <a:solidFill>
                  <a:srgbClr val="11076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Heading</a:t>
            </a:r>
            <a:endParaRPr lang="ru-RU" dirty="0"/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F6A5E2B8-3A87-0D4A-A18C-93B2CA7B08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5867" y="1691279"/>
            <a:ext cx="11149316" cy="4316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ru-RU" sz="1200" b="0" i="1" kern="1200" dirty="0">
                <a:solidFill>
                  <a:srgbClr val="706B9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sz="1200" b="0" i="1" dirty="0">
                <a:solidFill>
                  <a:srgbClr val="706B9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Subline: There is a time of year when these birds eat a seed that makes their flesh bitter and even dangerous.</a:t>
            </a:r>
            <a:endParaRPr lang="ru-RU" sz="1200" b="0" i="1" dirty="0">
              <a:solidFill>
                <a:srgbClr val="706B9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Placeholder 43">
            <a:extLst>
              <a:ext uri="{FF2B5EF4-FFF2-40B4-BE49-F238E27FC236}">
                <a16:creationId xmlns:a16="http://schemas.microsoft.com/office/drawing/2014/main" id="{F54D84A1-C8B9-314B-9538-81E1B865DC9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6567" y="2180068"/>
            <a:ext cx="5520024" cy="1066782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33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1500" b="0" i="0" kern="1200" dirty="0" smtClean="0">
                <a:solidFill>
                  <a:srgbClr val="11076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33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500" b="0" i="0" dirty="0">
                <a:solidFill>
                  <a:srgbClr val="1107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 the species is limited to forests with native vegetation, it is largely restricted to the Black River Gorges National Park in the southwest of Mauritius</a:t>
            </a:r>
            <a:endParaRPr lang="en-US" dirty="0"/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B2EFD574-8194-8B40-9C51-DCCA60A1A2C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2717" y="532852"/>
            <a:ext cx="11149316" cy="5359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ru-RU" sz="3600" b="1" kern="1200" dirty="0">
                <a:solidFill>
                  <a:srgbClr val="11076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  <a:endParaRPr lang="ru-RU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2E1A6205-9A2A-374D-BC01-6F02AE02EF8F}"/>
              </a:ext>
            </a:extLst>
          </p:cNvPr>
          <p:cNvSpPr>
            <a:spLocks noGrp="1"/>
          </p:cNvSpPr>
          <p:nvPr>
            <p:ph type="sldNum" sz="quarter" idx="37"/>
          </p:nvPr>
        </p:nvSpPr>
        <p:spPr>
          <a:xfrm>
            <a:off x="10702763" y="6385745"/>
            <a:ext cx="1056861" cy="365125"/>
          </a:xfrm>
          <a:prstGeom prst="rect">
            <a:avLst/>
          </a:prstGeom>
        </p:spPr>
        <p:txBody>
          <a:bodyPr anchor="ctr"/>
          <a:lstStyle>
            <a:lvl1pPr algn="r">
              <a:defRPr sz="1400">
                <a:solidFill>
                  <a:srgbClr val="A09DB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968B802-47E9-D447-A19C-33252E66520F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91AFD9D-4440-9A47-B65F-CE71799221C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9425" y="6435198"/>
            <a:ext cx="932815" cy="251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66052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oter Placeholder 22">
            <a:extLst>
              <a:ext uri="{FF2B5EF4-FFF2-40B4-BE49-F238E27FC236}">
                <a16:creationId xmlns:a16="http://schemas.microsoft.com/office/drawing/2014/main" id="{3788DDE0-3904-514E-B965-2C8E33B7F6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89691" y="637737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ru-RU" sz="1200" kern="1200">
                <a:solidFill>
                  <a:srgbClr val="9F9CB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05A09BBC-89DB-D44F-BB72-804951AB438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4146" y="544282"/>
            <a:ext cx="11245790" cy="7495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ru-RU" sz="4200" b="1" kern="1200" dirty="0">
                <a:solidFill>
                  <a:srgbClr val="11076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  <a:endParaRPr lang="ru-RU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29C754F1-A794-F647-8F72-0D761B464FD4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-151127" y="1313961"/>
            <a:ext cx="9568224" cy="4976714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</p:spPr>
        <p:txBody>
          <a:bodyPr/>
          <a:lstStyle>
            <a:lvl1pPr>
              <a:defRPr>
                <a:noFill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icon to add picture</a:t>
            </a:r>
            <a:endParaRPr lang="ru-RU" dirty="0"/>
          </a:p>
        </p:txBody>
      </p:sp>
      <p:sp>
        <p:nvSpPr>
          <p:cNvPr id="24" name="Text Placeholder 30">
            <a:extLst>
              <a:ext uri="{FF2B5EF4-FFF2-40B4-BE49-F238E27FC236}">
                <a16:creationId xmlns:a16="http://schemas.microsoft.com/office/drawing/2014/main" id="{7855B162-4129-4348-AF2B-06491A92EF4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598413" y="2725564"/>
            <a:ext cx="3081687" cy="4118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ru-RU" sz="2000" b="1" kern="1200" dirty="0">
                <a:solidFill>
                  <a:srgbClr val="11076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Heading</a:t>
            </a:r>
            <a:endParaRPr lang="ru-RU" dirty="0"/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9A0D1748-F47F-BF45-AC75-B58615BF62A1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8598571" y="3158781"/>
            <a:ext cx="3081365" cy="272518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30000"/>
              </a:lnSpc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34005FA-1033-2C4A-B992-E52B96E70EE2}"/>
              </a:ext>
            </a:extLst>
          </p:cNvPr>
          <p:cNvSpPr>
            <a:spLocks noGrp="1" noChangeAspect="1"/>
          </p:cNvSpPr>
          <p:nvPr>
            <p:ph type="body" sz="quarter" idx="41" hasCustomPrompt="1"/>
          </p:nvPr>
        </p:nvSpPr>
        <p:spPr>
          <a:xfrm>
            <a:off x="3933525" y="2354739"/>
            <a:ext cx="945285" cy="945285"/>
          </a:xfrm>
          <a:prstGeom prst="ellipse">
            <a:avLst/>
          </a:prstGeom>
          <a:solidFill>
            <a:srgbClr val="10085E"/>
          </a:solidFill>
          <a:ln w="130175">
            <a:solidFill>
              <a:srgbClr val="007CD7">
                <a:alpha val="32000"/>
              </a:srgbClr>
            </a:solidFill>
          </a:ln>
        </p:spPr>
        <p:txBody>
          <a:bodyPr anchor="ctr"/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999</a:t>
            </a:r>
            <a:endParaRPr lang="ru-RU" dirty="0"/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A032211C-1945-424A-B55D-56415164A4BD}"/>
              </a:ext>
            </a:extLst>
          </p:cNvPr>
          <p:cNvSpPr>
            <a:spLocks noGrp="1" noChangeAspect="1"/>
          </p:cNvSpPr>
          <p:nvPr>
            <p:ph type="body" sz="quarter" idx="42" hasCustomPrompt="1"/>
          </p:nvPr>
        </p:nvSpPr>
        <p:spPr>
          <a:xfrm>
            <a:off x="5336844" y="2490688"/>
            <a:ext cx="673385" cy="673385"/>
          </a:xfrm>
          <a:prstGeom prst="ellipse">
            <a:avLst/>
          </a:prstGeom>
          <a:solidFill>
            <a:srgbClr val="10085E"/>
          </a:solidFill>
          <a:ln w="130175">
            <a:solidFill>
              <a:srgbClr val="007CD7">
                <a:alpha val="32000"/>
              </a:srgbClr>
            </a:solidFill>
          </a:ln>
        </p:spPr>
        <p:txBody>
          <a:bodyPr anchor="ctr"/>
          <a:lstStyle>
            <a:lvl1pPr marL="0" indent="0" algn="ctr">
              <a:buNone/>
              <a:defRPr sz="1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99</a:t>
            </a:r>
            <a:endParaRPr lang="ru-RU" dirty="0"/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667FC822-85B4-DE46-8B9B-B4786986F19E}"/>
              </a:ext>
            </a:extLst>
          </p:cNvPr>
          <p:cNvSpPr>
            <a:spLocks noGrp="1" noChangeAspect="1"/>
          </p:cNvSpPr>
          <p:nvPr>
            <p:ph type="body" sz="quarter" idx="43" hasCustomPrompt="1"/>
          </p:nvPr>
        </p:nvSpPr>
        <p:spPr>
          <a:xfrm>
            <a:off x="6468263" y="2557151"/>
            <a:ext cx="540457" cy="540457"/>
          </a:xfrm>
          <a:prstGeom prst="ellipse">
            <a:avLst/>
          </a:prstGeom>
          <a:solidFill>
            <a:srgbClr val="10085E"/>
          </a:solidFill>
          <a:ln w="130175">
            <a:solidFill>
              <a:srgbClr val="007CD7">
                <a:alpha val="32000"/>
              </a:srgbClr>
            </a:solidFill>
          </a:ln>
        </p:spPr>
        <p:txBody>
          <a:bodyPr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9</a:t>
            </a:r>
            <a:endParaRPr lang="ru-RU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14262315-E559-5C44-B881-81C13F2D3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02763" y="6385745"/>
            <a:ext cx="1056861" cy="365125"/>
          </a:xfrm>
          <a:prstGeom prst="rect">
            <a:avLst/>
          </a:prstGeom>
        </p:spPr>
        <p:txBody>
          <a:bodyPr anchor="ctr"/>
          <a:lstStyle>
            <a:lvl1pPr algn="r">
              <a:defRPr sz="1400">
                <a:solidFill>
                  <a:srgbClr val="A09DB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968B802-47E9-D447-A19C-33252E66520F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F779223-4133-1A48-8A14-7AAA2839486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79425" y="6435198"/>
            <a:ext cx="932815" cy="251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21605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oter Placeholder 22">
            <a:extLst>
              <a:ext uri="{FF2B5EF4-FFF2-40B4-BE49-F238E27FC236}">
                <a16:creationId xmlns:a16="http://schemas.microsoft.com/office/drawing/2014/main" id="{3788DDE0-3904-514E-B965-2C8E33B7F6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89691" y="637737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ru-RU" sz="1200" kern="1200">
                <a:solidFill>
                  <a:srgbClr val="9F9CB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24" name="Text Placeholder 30">
            <a:extLst>
              <a:ext uri="{FF2B5EF4-FFF2-40B4-BE49-F238E27FC236}">
                <a16:creationId xmlns:a16="http://schemas.microsoft.com/office/drawing/2014/main" id="{7855B162-4129-4348-AF2B-06491A92EF4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29369" y="2356802"/>
            <a:ext cx="2094881" cy="32924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ru-RU" sz="1800" b="1" kern="1200" dirty="0">
                <a:solidFill>
                  <a:srgbClr val="11076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Felix </a:t>
            </a:r>
            <a:r>
              <a:rPr lang="en-US" dirty="0" err="1"/>
              <a:t>Shpilman</a:t>
            </a:r>
            <a:endParaRPr lang="ru-RU" dirty="0"/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9A0D1748-F47F-BF45-AC75-B58615BF62A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429369" y="2667000"/>
            <a:ext cx="2094881" cy="61595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30000"/>
              </a:lnSpc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CEO</a:t>
            </a:r>
            <a:endParaRPr lang="ru-RU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9F8EDA6-D586-D747-BAC9-ECE7A9F70D05}"/>
              </a:ext>
            </a:extLst>
          </p:cNvPr>
          <p:cNvSpPr>
            <a:spLocks noGrp="1" noChangeAspect="1"/>
          </p:cNvSpPr>
          <p:nvPr>
            <p:ph type="pic" sz="quarter" idx="41"/>
          </p:nvPr>
        </p:nvSpPr>
        <p:spPr>
          <a:xfrm>
            <a:off x="1357312" y="472789"/>
            <a:ext cx="1730661" cy="1730661"/>
          </a:xfrm>
          <a:prstGeom prst="roundRect">
            <a:avLst>
              <a:gd name="adj" fmla="val 12761"/>
            </a:avLst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>
                <a:noFill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icon to add picture</a:t>
            </a:r>
            <a:endParaRPr lang="ru-RU" dirty="0"/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D082B086-77F2-D440-AEA7-4EF53805822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064639" y="2356802"/>
            <a:ext cx="2094881" cy="32924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ru-RU" sz="1800" b="1" kern="1200" dirty="0">
                <a:solidFill>
                  <a:srgbClr val="11076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Ilya </a:t>
            </a:r>
            <a:r>
              <a:rPr lang="en-US" dirty="0" err="1"/>
              <a:t>Kravtsov</a:t>
            </a:r>
            <a:endParaRPr lang="ru-RU" dirty="0"/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D934E434-BBCC-4F46-AEEE-862A79DD4B6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064639" y="2667000"/>
            <a:ext cx="2094881" cy="61595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30000"/>
              </a:lnSpc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B2B Director</a:t>
            </a:r>
            <a:endParaRPr lang="ru-RU" dirty="0"/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2D317EB9-41E4-E244-8C16-6672E181E455}"/>
              </a:ext>
            </a:extLst>
          </p:cNvPr>
          <p:cNvSpPr>
            <a:spLocks noGrp="1" noChangeAspect="1"/>
          </p:cNvSpPr>
          <p:nvPr>
            <p:ph type="pic" sz="quarter" idx="44"/>
          </p:nvPr>
        </p:nvSpPr>
        <p:spPr>
          <a:xfrm>
            <a:off x="3992583" y="780986"/>
            <a:ext cx="1422463" cy="1422463"/>
          </a:xfrm>
          <a:prstGeom prst="roundRect">
            <a:avLst>
              <a:gd name="adj" fmla="val 12761"/>
            </a:avLst>
          </a:prstGeom>
          <a:solidFill>
            <a:srgbClr val="E4E3ED"/>
          </a:solidFill>
        </p:spPr>
        <p:txBody>
          <a:bodyPr/>
          <a:lstStyle>
            <a:lvl1pPr>
              <a:defRPr>
                <a:noFill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icon to add picture</a:t>
            </a:r>
            <a:endParaRPr lang="ru-RU" dirty="0"/>
          </a:p>
        </p:txBody>
      </p:sp>
      <p:sp>
        <p:nvSpPr>
          <p:cNvPr id="22" name="Text Placeholder 30">
            <a:extLst>
              <a:ext uri="{FF2B5EF4-FFF2-40B4-BE49-F238E27FC236}">
                <a16:creationId xmlns:a16="http://schemas.microsoft.com/office/drawing/2014/main" id="{3AEE5204-FA28-8E42-A110-31AEC756FE1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495443" y="2356802"/>
            <a:ext cx="2182511" cy="32924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ru-RU" sz="1800" b="1" kern="1200" dirty="0">
                <a:solidFill>
                  <a:srgbClr val="11076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Darya </a:t>
            </a:r>
            <a:r>
              <a:rPr lang="en-US" dirty="0" err="1"/>
              <a:t>Kochetkova</a:t>
            </a:r>
            <a:endParaRPr lang="ru-RU" dirty="0"/>
          </a:p>
        </p:txBody>
      </p:sp>
      <p:sp>
        <p:nvSpPr>
          <p:cNvPr id="23" name="Text Placeholder 18">
            <a:extLst>
              <a:ext uri="{FF2B5EF4-FFF2-40B4-BE49-F238E27FC236}">
                <a16:creationId xmlns:a16="http://schemas.microsoft.com/office/drawing/2014/main" id="{6F440C64-0E1D-4741-A6DD-39AF2DD4D847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495443" y="2667000"/>
            <a:ext cx="2182511" cy="61595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30000"/>
              </a:lnSpc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Head of </a:t>
            </a:r>
            <a:r>
              <a:rPr lang="en-US" dirty="0" err="1"/>
              <a:t>Bussiness</a:t>
            </a:r>
            <a:r>
              <a:rPr lang="ru-RU" dirty="0"/>
              <a:t> </a:t>
            </a:r>
            <a:r>
              <a:rPr lang="en-US" dirty="0"/>
              <a:t>Development Russia</a:t>
            </a:r>
            <a:endParaRPr lang="ru-RU" dirty="0"/>
          </a:p>
        </p:txBody>
      </p:sp>
      <p:sp>
        <p:nvSpPr>
          <p:cNvPr id="26" name="Picture Placeholder 3">
            <a:extLst>
              <a:ext uri="{FF2B5EF4-FFF2-40B4-BE49-F238E27FC236}">
                <a16:creationId xmlns:a16="http://schemas.microsoft.com/office/drawing/2014/main" id="{E2DA28D1-64C2-CE4B-A776-7374579CBA42}"/>
              </a:ext>
            </a:extLst>
          </p:cNvPr>
          <p:cNvSpPr>
            <a:spLocks noGrp="1" noChangeAspect="1"/>
          </p:cNvSpPr>
          <p:nvPr>
            <p:ph type="pic" sz="quarter" idx="47"/>
          </p:nvPr>
        </p:nvSpPr>
        <p:spPr>
          <a:xfrm>
            <a:off x="6459963" y="1210754"/>
            <a:ext cx="992695" cy="992695"/>
          </a:xfrm>
          <a:prstGeom prst="roundRect">
            <a:avLst>
              <a:gd name="adj" fmla="val 21320"/>
            </a:avLst>
          </a:prstGeom>
          <a:solidFill>
            <a:srgbClr val="E4E3ED"/>
          </a:solidFill>
        </p:spPr>
        <p:txBody>
          <a:bodyPr/>
          <a:lstStyle>
            <a:lvl1pPr>
              <a:defRPr>
                <a:noFill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icon to add picture</a:t>
            </a:r>
            <a:endParaRPr lang="ru-RU" dirty="0"/>
          </a:p>
        </p:txBody>
      </p:sp>
      <p:sp>
        <p:nvSpPr>
          <p:cNvPr id="27" name="Text Placeholder 30">
            <a:extLst>
              <a:ext uri="{FF2B5EF4-FFF2-40B4-BE49-F238E27FC236}">
                <a16:creationId xmlns:a16="http://schemas.microsoft.com/office/drawing/2014/main" id="{332ABF56-0E3D-1242-8C67-7A7ED4B8F56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059876" y="2356802"/>
            <a:ext cx="2182511" cy="32924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ru-RU" sz="1800" b="1" kern="1200" dirty="0">
                <a:solidFill>
                  <a:srgbClr val="11076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Olga </a:t>
            </a:r>
            <a:r>
              <a:rPr lang="en-US" dirty="0" err="1"/>
              <a:t>Buslaeva</a:t>
            </a:r>
            <a:endParaRPr lang="ru-RU" dirty="0"/>
          </a:p>
        </p:txBody>
      </p:sp>
      <p:sp>
        <p:nvSpPr>
          <p:cNvPr id="30" name="Text Placeholder 18">
            <a:extLst>
              <a:ext uri="{FF2B5EF4-FFF2-40B4-BE49-F238E27FC236}">
                <a16:creationId xmlns:a16="http://schemas.microsoft.com/office/drawing/2014/main" id="{3B62AEE0-FEE3-3941-AE29-62D3C4088C20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059876" y="2667000"/>
            <a:ext cx="2182511" cy="61595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30000"/>
              </a:lnSpc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Head of Federal</a:t>
            </a:r>
            <a:r>
              <a:rPr lang="ru-RU" dirty="0"/>
              <a:t> </a:t>
            </a:r>
            <a:r>
              <a:rPr lang="en-US" dirty="0"/>
              <a:t>District Team</a:t>
            </a:r>
            <a:endParaRPr lang="ru-RU" dirty="0"/>
          </a:p>
        </p:txBody>
      </p:sp>
      <p:sp>
        <p:nvSpPr>
          <p:cNvPr id="31" name="Picture Placeholder 3">
            <a:extLst>
              <a:ext uri="{FF2B5EF4-FFF2-40B4-BE49-F238E27FC236}">
                <a16:creationId xmlns:a16="http://schemas.microsoft.com/office/drawing/2014/main" id="{52E99002-E0D1-A843-AF6B-A9B1A9DA26B6}"/>
              </a:ext>
            </a:extLst>
          </p:cNvPr>
          <p:cNvSpPr>
            <a:spLocks noGrp="1" noChangeAspect="1"/>
          </p:cNvSpPr>
          <p:nvPr>
            <p:ph type="pic" sz="quarter" idx="50"/>
          </p:nvPr>
        </p:nvSpPr>
        <p:spPr>
          <a:xfrm>
            <a:off x="9024396" y="1210754"/>
            <a:ext cx="992695" cy="992695"/>
          </a:xfrm>
          <a:prstGeom prst="roundRect">
            <a:avLst>
              <a:gd name="adj" fmla="val 21320"/>
            </a:avLst>
          </a:prstGeom>
          <a:solidFill>
            <a:srgbClr val="E4E3ED"/>
          </a:solidFill>
        </p:spPr>
        <p:txBody>
          <a:bodyPr/>
          <a:lstStyle>
            <a:lvl1pPr>
              <a:defRPr>
                <a:noFill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icon to add picture</a:t>
            </a:r>
            <a:endParaRPr lang="ru-RU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651404E-A194-8D43-8AED-CF53A910A4ED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283451" y="3704481"/>
            <a:ext cx="4301334" cy="32924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ru-RU" sz="1800" b="1" kern="1200" dirty="0">
                <a:solidFill>
                  <a:srgbClr val="11076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Curators</a:t>
            </a:r>
            <a:endParaRPr lang="ru-RU" dirty="0"/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FF4167BF-D40F-954E-8DF8-48B46C0C9187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2133698" y="4239007"/>
            <a:ext cx="1231507" cy="71366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lang="ru-RU" sz="1400" b="1" kern="1200" dirty="0">
                <a:solidFill>
                  <a:srgbClr val="11076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Ekaterina</a:t>
            </a:r>
            <a:br>
              <a:rPr lang="en-US" dirty="0"/>
            </a:br>
            <a:r>
              <a:rPr lang="en-US" dirty="0" err="1"/>
              <a:t>Yudina</a:t>
            </a:r>
            <a:endParaRPr lang="ru-RU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5D609D20-7590-A546-9B47-46E09F77229C}"/>
              </a:ext>
            </a:extLst>
          </p:cNvPr>
          <p:cNvSpPr>
            <a:spLocks noGrp="1" noChangeAspect="1"/>
          </p:cNvSpPr>
          <p:nvPr>
            <p:ph type="pic" sz="quarter" idx="53"/>
          </p:nvPr>
        </p:nvSpPr>
        <p:spPr>
          <a:xfrm>
            <a:off x="1356774" y="4238979"/>
            <a:ext cx="713690" cy="713690"/>
          </a:xfrm>
          <a:prstGeom prst="roundRect">
            <a:avLst>
              <a:gd name="adj" fmla="val 24773"/>
            </a:avLst>
          </a:prstGeom>
          <a:solidFill>
            <a:srgbClr val="E4E3ED"/>
          </a:solidFill>
        </p:spPr>
        <p:txBody>
          <a:bodyPr/>
          <a:lstStyle>
            <a:lvl1pPr>
              <a:defRPr>
                <a:noFill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icon to add picture</a:t>
            </a:r>
            <a:endParaRPr lang="ru-RU" dirty="0"/>
          </a:p>
        </p:txBody>
      </p:sp>
      <p:sp>
        <p:nvSpPr>
          <p:cNvPr id="35" name="Text Placeholder 30">
            <a:extLst>
              <a:ext uri="{FF2B5EF4-FFF2-40B4-BE49-F238E27FC236}">
                <a16:creationId xmlns:a16="http://schemas.microsoft.com/office/drawing/2014/main" id="{E91EA3CB-AEB2-3C42-B191-4564F65FAE8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2133698" y="5182344"/>
            <a:ext cx="1231507" cy="71366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lang="ru-RU" sz="1400" b="1" kern="1200" dirty="0">
                <a:solidFill>
                  <a:srgbClr val="11076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Victor </a:t>
            </a:r>
            <a:r>
              <a:rPr lang="en-US" dirty="0" err="1"/>
              <a:t>Parshin</a:t>
            </a:r>
            <a:endParaRPr lang="ru-RU" dirty="0"/>
          </a:p>
        </p:txBody>
      </p:sp>
      <p:sp>
        <p:nvSpPr>
          <p:cNvPr id="36" name="Picture Placeholder 3">
            <a:extLst>
              <a:ext uri="{FF2B5EF4-FFF2-40B4-BE49-F238E27FC236}">
                <a16:creationId xmlns:a16="http://schemas.microsoft.com/office/drawing/2014/main" id="{1641669B-C219-A04C-826A-01BD2DF961C4}"/>
              </a:ext>
            </a:extLst>
          </p:cNvPr>
          <p:cNvSpPr>
            <a:spLocks noGrp="1" noChangeAspect="1"/>
          </p:cNvSpPr>
          <p:nvPr>
            <p:ph type="pic" sz="quarter" idx="55"/>
          </p:nvPr>
        </p:nvSpPr>
        <p:spPr>
          <a:xfrm>
            <a:off x="1356774" y="5182316"/>
            <a:ext cx="713690" cy="713690"/>
          </a:xfrm>
          <a:prstGeom prst="roundRect">
            <a:avLst>
              <a:gd name="adj" fmla="val 24773"/>
            </a:avLst>
          </a:prstGeom>
          <a:solidFill>
            <a:srgbClr val="E4E3ED"/>
          </a:solidFill>
        </p:spPr>
        <p:txBody>
          <a:bodyPr/>
          <a:lstStyle>
            <a:lvl1pPr>
              <a:defRPr>
                <a:noFill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icon to add picture</a:t>
            </a:r>
            <a:endParaRPr lang="ru-RU" dirty="0"/>
          </a:p>
        </p:txBody>
      </p:sp>
      <p:sp>
        <p:nvSpPr>
          <p:cNvPr id="37" name="Text Placeholder 30">
            <a:extLst>
              <a:ext uri="{FF2B5EF4-FFF2-40B4-BE49-F238E27FC236}">
                <a16:creationId xmlns:a16="http://schemas.microsoft.com/office/drawing/2014/main" id="{64B2ABBA-0AF5-A14E-B96E-739D1241E618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4338675" y="4239007"/>
            <a:ext cx="1246110" cy="71366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lang="ru-RU" sz="1400" b="1" kern="1200" dirty="0">
                <a:solidFill>
                  <a:srgbClr val="11076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Sergey</a:t>
            </a:r>
            <a:br>
              <a:rPr lang="en-US" dirty="0"/>
            </a:br>
            <a:r>
              <a:rPr lang="en-US" dirty="0" err="1"/>
              <a:t>Kotlyarov</a:t>
            </a:r>
            <a:endParaRPr lang="ru-RU" dirty="0"/>
          </a:p>
        </p:txBody>
      </p: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032BE7E1-9E1E-F94F-8BA9-3F3641767C1E}"/>
              </a:ext>
            </a:extLst>
          </p:cNvPr>
          <p:cNvSpPr>
            <a:spLocks noGrp="1" noChangeAspect="1"/>
          </p:cNvSpPr>
          <p:nvPr>
            <p:ph type="pic" sz="quarter" idx="57"/>
          </p:nvPr>
        </p:nvSpPr>
        <p:spPr>
          <a:xfrm>
            <a:off x="3561751" y="4238979"/>
            <a:ext cx="713690" cy="713690"/>
          </a:xfrm>
          <a:prstGeom prst="roundRect">
            <a:avLst>
              <a:gd name="adj" fmla="val 24773"/>
            </a:avLst>
          </a:prstGeom>
          <a:solidFill>
            <a:srgbClr val="E4E3ED"/>
          </a:solidFill>
        </p:spPr>
        <p:txBody>
          <a:bodyPr/>
          <a:lstStyle>
            <a:lvl1pPr>
              <a:defRPr>
                <a:noFill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icon to add picture</a:t>
            </a:r>
            <a:endParaRPr lang="ru-RU" dirty="0"/>
          </a:p>
        </p:txBody>
      </p:sp>
      <p:sp>
        <p:nvSpPr>
          <p:cNvPr id="39" name="Text Placeholder 30">
            <a:extLst>
              <a:ext uri="{FF2B5EF4-FFF2-40B4-BE49-F238E27FC236}">
                <a16:creationId xmlns:a16="http://schemas.microsoft.com/office/drawing/2014/main" id="{B948BF15-F9C5-4649-9690-1130D794B99D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4338675" y="5182344"/>
            <a:ext cx="1246110" cy="71366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lang="ru-RU" sz="1400" b="1" kern="1200" dirty="0">
                <a:solidFill>
                  <a:srgbClr val="11076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Darya</a:t>
            </a:r>
            <a:br>
              <a:rPr lang="en-US" dirty="0"/>
            </a:br>
            <a:r>
              <a:rPr lang="en-US" dirty="0" err="1"/>
              <a:t>Gerasimova</a:t>
            </a:r>
            <a:endParaRPr lang="ru-RU" dirty="0"/>
          </a:p>
        </p:txBody>
      </p:sp>
      <p:sp>
        <p:nvSpPr>
          <p:cNvPr id="40" name="Picture Placeholder 3">
            <a:extLst>
              <a:ext uri="{FF2B5EF4-FFF2-40B4-BE49-F238E27FC236}">
                <a16:creationId xmlns:a16="http://schemas.microsoft.com/office/drawing/2014/main" id="{4E8C76EC-FAC6-894C-ACB4-07A16221C299}"/>
              </a:ext>
            </a:extLst>
          </p:cNvPr>
          <p:cNvSpPr>
            <a:spLocks noGrp="1" noChangeAspect="1"/>
          </p:cNvSpPr>
          <p:nvPr>
            <p:ph type="pic" sz="quarter" idx="59"/>
          </p:nvPr>
        </p:nvSpPr>
        <p:spPr>
          <a:xfrm>
            <a:off x="3561751" y="5182316"/>
            <a:ext cx="713690" cy="713690"/>
          </a:xfrm>
          <a:prstGeom prst="roundRect">
            <a:avLst>
              <a:gd name="adj" fmla="val 24773"/>
            </a:avLst>
          </a:prstGeom>
          <a:solidFill>
            <a:srgbClr val="E4E3ED"/>
          </a:solidFill>
        </p:spPr>
        <p:txBody>
          <a:bodyPr/>
          <a:lstStyle>
            <a:lvl1pPr>
              <a:defRPr>
                <a:noFill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icon to add picture</a:t>
            </a:r>
            <a:endParaRPr lang="ru-RU" dirty="0"/>
          </a:p>
        </p:txBody>
      </p:sp>
      <p:sp>
        <p:nvSpPr>
          <p:cNvPr id="41" name="Text Placeholder 30">
            <a:extLst>
              <a:ext uri="{FF2B5EF4-FFF2-40B4-BE49-F238E27FC236}">
                <a16:creationId xmlns:a16="http://schemas.microsoft.com/office/drawing/2014/main" id="{10835BAA-48AB-3C4B-B71A-19631C2FD52A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6312651" y="3704481"/>
            <a:ext cx="4929736" cy="32924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ru-RU" sz="1800" b="1" kern="1200" dirty="0">
                <a:solidFill>
                  <a:srgbClr val="11076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Sales Managers</a:t>
            </a:r>
            <a:endParaRPr lang="ru-RU" dirty="0"/>
          </a:p>
        </p:txBody>
      </p:sp>
      <p:sp>
        <p:nvSpPr>
          <p:cNvPr id="42" name="Text Placeholder 30">
            <a:extLst>
              <a:ext uri="{FF2B5EF4-FFF2-40B4-BE49-F238E27FC236}">
                <a16:creationId xmlns:a16="http://schemas.microsoft.com/office/drawing/2014/main" id="{5FBB61B1-1AAD-3144-8429-A7953B689233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7162898" y="4239007"/>
            <a:ext cx="1244634" cy="71366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lang="ru-RU" sz="1400" b="1" kern="1200" dirty="0">
                <a:solidFill>
                  <a:srgbClr val="11076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Evgeny</a:t>
            </a:r>
            <a:r>
              <a:rPr lang="en-US" dirty="0"/>
              <a:t> Alexeev</a:t>
            </a:r>
            <a:endParaRPr lang="ru-RU" dirty="0"/>
          </a:p>
        </p:txBody>
      </p:sp>
      <p:sp>
        <p:nvSpPr>
          <p:cNvPr id="43" name="Picture Placeholder 3">
            <a:extLst>
              <a:ext uri="{FF2B5EF4-FFF2-40B4-BE49-F238E27FC236}">
                <a16:creationId xmlns:a16="http://schemas.microsoft.com/office/drawing/2014/main" id="{9B2E9A00-6827-1A44-B66F-38762AF1C3C8}"/>
              </a:ext>
            </a:extLst>
          </p:cNvPr>
          <p:cNvSpPr>
            <a:spLocks noGrp="1" noChangeAspect="1"/>
          </p:cNvSpPr>
          <p:nvPr>
            <p:ph type="pic" sz="quarter" idx="62"/>
          </p:nvPr>
        </p:nvSpPr>
        <p:spPr>
          <a:xfrm>
            <a:off x="6385974" y="4238979"/>
            <a:ext cx="713690" cy="713690"/>
          </a:xfrm>
          <a:prstGeom prst="roundRect">
            <a:avLst>
              <a:gd name="adj" fmla="val 24773"/>
            </a:avLst>
          </a:prstGeom>
          <a:solidFill>
            <a:srgbClr val="E4E3ED"/>
          </a:solidFill>
        </p:spPr>
        <p:txBody>
          <a:bodyPr/>
          <a:lstStyle>
            <a:lvl1pPr>
              <a:defRPr>
                <a:noFill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icon to add picture</a:t>
            </a:r>
            <a:endParaRPr lang="ru-RU" dirty="0"/>
          </a:p>
        </p:txBody>
      </p:sp>
      <p:sp>
        <p:nvSpPr>
          <p:cNvPr id="44" name="Text Placeholder 30">
            <a:extLst>
              <a:ext uri="{FF2B5EF4-FFF2-40B4-BE49-F238E27FC236}">
                <a16:creationId xmlns:a16="http://schemas.microsoft.com/office/drawing/2014/main" id="{510945CA-4A07-C240-8EA9-8B79135C1F38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9367875" y="4239007"/>
            <a:ext cx="1232785" cy="71366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lang="ru-RU" sz="1400" b="1" kern="1200" dirty="0">
                <a:solidFill>
                  <a:srgbClr val="11076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Artem </a:t>
            </a:r>
            <a:r>
              <a:rPr lang="en-US" dirty="0" err="1"/>
              <a:t>Strukov</a:t>
            </a:r>
            <a:endParaRPr lang="ru-RU" dirty="0"/>
          </a:p>
        </p:txBody>
      </p:sp>
      <p:sp>
        <p:nvSpPr>
          <p:cNvPr id="45" name="Picture Placeholder 3">
            <a:extLst>
              <a:ext uri="{FF2B5EF4-FFF2-40B4-BE49-F238E27FC236}">
                <a16:creationId xmlns:a16="http://schemas.microsoft.com/office/drawing/2014/main" id="{7066DF4E-B00D-0B49-BC49-0C9B1612580F}"/>
              </a:ext>
            </a:extLst>
          </p:cNvPr>
          <p:cNvSpPr>
            <a:spLocks noGrp="1" noChangeAspect="1"/>
          </p:cNvSpPr>
          <p:nvPr>
            <p:ph type="pic" sz="quarter" idx="64"/>
          </p:nvPr>
        </p:nvSpPr>
        <p:spPr>
          <a:xfrm>
            <a:off x="8590951" y="4238979"/>
            <a:ext cx="713690" cy="713690"/>
          </a:xfrm>
          <a:prstGeom prst="roundRect">
            <a:avLst>
              <a:gd name="adj" fmla="val 24773"/>
            </a:avLst>
          </a:prstGeom>
          <a:solidFill>
            <a:srgbClr val="E4E3ED"/>
          </a:solidFill>
        </p:spPr>
        <p:txBody>
          <a:bodyPr/>
          <a:lstStyle>
            <a:lvl1pPr>
              <a:defRPr>
                <a:noFill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icon to add picture</a:t>
            </a:r>
            <a:endParaRPr lang="ru-RU" dirty="0"/>
          </a:p>
        </p:txBody>
      </p:sp>
      <p:sp>
        <p:nvSpPr>
          <p:cNvPr id="47" name="Slide Number Placeholder 5">
            <a:extLst>
              <a:ext uri="{FF2B5EF4-FFF2-40B4-BE49-F238E27FC236}">
                <a16:creationId xmlns:a16="http://schemas.microsoft.com/office/drawing/2014/main" id="{3252412A-BC0B-4C4F-BADA-5F0490D22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02763" y="6385745"/>
            <a:ext cx="1056861" cy="365125"/>
          </a:xfrm>
          <a:prstGeom prst="rect">
            <a:avLst/>
          </a:prstGeom>
        </p:spPr>
        <p:txBody>
          <a:bodyPr anchor="ctr"/>
          <a:lstStyle>
            <a:lvl1pPr algn="r">
              <a:defRPr sz="1400">
                <a:solidFill>
                  <a:srgbClr val="A09DB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968B802-47E9-D447-A19C-33252E66520F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0814D066-199D-E14B-A84D-58A0EEF8F61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79425" y="6435198"/>
            <a:ext cx="932815" cy="251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2615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oter Placeholder 22">
            <a:extLst>
              <a:ext uri="{FF2B5EF4-FFF2-40B4-BE49-F238E27FC236}">
                <a16:creationId xmlns:a16="http://schemas.microsoft.com/office/drawing/2014/main" id="{3788DDE0-3904-514E-B965-2C8E33B7F6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89691" y="637737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ru-RU" sz="1200" kern="1200">
                <a:solidFill>
                  <a:srgbClr val="9F9CB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47" name="Text Placeholder 30">
            <a:extLst>
              <a:ext uri="{FF2B5EF4-FFF2-40B4-BE49-F238E27FC236}">
                <a16:creationId xmlns:a16="http://schemas.microsoft.com/office/drawing/2014/main" id="{16CF3261-9A2B-D44F-ACE7-DAC2CED17A8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2717" y="532852"/>
            <a:ext cx="11149316" cy="5359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ru-RU" sz="3600" b="1" kern="1200" dirty="0">
                <a:solidFill>
                  <a:srgbClr val="11076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Timeline with small amount of data</a:t>
            </a:r>
            <a:endParaRPr lang="ru-RU" dirty="0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00F19006-F599-2D40-8BC4-8D5952BB9904}"/>
              </a:ext>
            </a:extLst>
          </p:cNvPr>
          <p:cNvCxnSpPr>
            <a:cxnSpLocks/>
          </p:cNvCxnSpPr>
          <p:nvPr userDrawn="1"/>
        </p:nvCxnSpPr>
        <p:spPr>
          <a:xfrm>
            <a:off x="10454251" y="2868139"/>
            <a:ext cx="1692234" cy="11858"/>
          </a:xfrm>
          <a:prstGeom prst="line">
            <a:avLst/>
          </a:prstGeom>
          <a:ln w="63500" cap="rnd">
            <a:solidFill>
              <a:srgbClr val="BDDA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259141C-59FF-0949-B99F-F726E8E05A01}"/>
              </a:ext>
            </a:extLst>
          </p:cNvPr>
          <p:cNvCxnSpPr>
            <a:cxnSpLocks/>
          </p:cNvCxnSpPr>
          <p:nvPr userDrawn="1"/>
        </p:nvCxnSpPr>
        <p:spPr>
          <a:xfrm>
            <a:off x="0" y="2879997"/>
            <a:ext cx="10992243" cy="0"/>
          </a:xfrm>
          <a:prstGeom prst="line">
            <a:avLst/>
          </a:prstGeom>
          <a:ln w="63500" cap="rnd">
            <a:solidFill>
              <a:schemeClr val="tx1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D6AB218C-7235-D241-9040-86D5F21916D7}"/>
              </a:ext>
            </a:extLst>
          </p:cNvPr>
          <p:cNvSpPr/>
          <p:nvPr userDrawn="1"/>
        </p:nvSpPr>
        <p:spPr>
          <a:xfrm>
            <a:off x="1307735" y="2797521"/>
            <a:ext cx="166783" cy="16678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A7CCD758-6044-4D49-966B-D339F2707FE4}"/>
              </a:ext>
            </a:extLst>
          </p:cNvPr>
          <p:cNvSpPr/>
          <p:nvPr userDrawn="1"/>
        </p:nvSpPr>
        <p:spPr>
          <a:xfrm>
            <a:off x="4501495" y="2797521"/>
            <a:ext cx="166783" cy="16678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0CCAC294-5CF0-674A-B53A-F37513FD064F}"/>
              </a:ext>
            </a:extLst>
          </p:cNvPr>
          <p:cNvSpPr/>
          <p:nvPr userDrawn="1"/>
        </p:nvSpPr>
        <p:spPr>
          <a:xfrm>
            <a:off x="7695257" y="2797521"/>
            <a:ext cx="166783" cy="16678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4" name="Text Placeholder 30">
            <a:extLst>
              <a:ext uri="{FF2B5EF4-FFF2-40B4-BE49-F238E27FC236}">
                <a16:creationId xmlns:a16="http://schemas.microsoft.com/office/drawing/2014/main" id="{B14760D6-2554-C54B-9667-4F0104FCB1E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51544" y="2239067"/>
            <a:ext cx="1467858" cy="58328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ru-RU" sz="3600" b="1" kern="1200" dirty="0">
                <a:solidFill>
                  <a:srgbClr val="11076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2017</a:t>
            </a:r>
            <a:endParaRPr lang="ru-RU" dirty="0"/>
          </a:p>
        </p:txBody>
      </p:sp>
      <p:sp>
        <p:nvSpPr>
          <p:cNvPr id="55" name="Text Placeholder 30">
            <a:extLst>
              <a:ext uri="{FF2B5EF4-FFF2-40B4-BE49-F238E27FC236}">
                <a16:creationId xmlns:a16="http://schemas.microsoft.com/office/drawing/2014/main" id="{D5FAC2D4-B50B-4647-B7C3-29E0DB66490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528598" y="2239067"/>
            <a:ext cx="1467858" cy="58328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ru-RU" sz="3600" b="1" kern="1200" dirty="0">
                <a:solidFill>
                  <a:srgbClr val="11076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2018</a:t>
            </a:r>
            <a:endParaRPr lang="ru-RU" dirty="0"/>
          </a:p>
        </p:txBody>
      </p:sp>
      <p:sp>
        <p:nvSpPr>
          <p:cNvPr id="56" name="Text Placeholder 30">
            <a:extLst>
              <a:ext uri="{FF2B5EF4-FFF2-40B4-BE49-F238E27FC236}">
                <a16:creationId xmlns:a16="http://schemas.microsoft.com/office/drawing/2014/main" id="{15BE930C-6811-074B-8826-699379D1BF1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688356" y="2239067"/>
            <a:ext cx="1467858" cy="58328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ru-RU" sz="3600" b="1" kern="1200" dirty="0">
                <a:solidFill>
                  <a:srgbClr val="11076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2019</a:t>
            </a:r>
          </a:p>
        </p:txBody>
      </p:sp>
      <p:sp>
        <p:nvSpPr>
          <p:cNvPr id="57" name="Text Placeholder 30">
            <a:extLst>
              <a:ext uri="{FF2B5EF4-FFF2-40B4-BE49-F238E27FC236}">
                <a16:creationId xmlns:a16="http://schemas.microsoft.com/office/drawing/2014/main" id="{AB8EC71A-D844-6D4F-BD31-A7BF64D8BB9A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5511965" y="1502772"/>
            <a:ext cx="1748814" cy="32924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lang="ru-RU" sz="1400" b="1" kern="1200" dirty="0">
                <a:solidFill>
                  <a:srgbClr val="11076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Some special note</a:t>
            </a:r>
            <a:endParaRPr lang="ru-RU" dirty="0"/>
          </a:p>
        </p:txBody>
      </p:sp>
      <p:sp>
        <p:nvSpPr>
          <p:cNvPr id="58" name="Text Placeholder 43">
            <a:extLst>
              <a:ext uri="{FF2B5EF4-FFF2-40B4-BE49-F238E27FC236}">
                <a16:creationId xmlns:a16="http://schemas.microsoft.com/office/drawing/2014/main" id="{56C43FA5-9612-B747-9514-62FDF57AECC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51257" y="2990504"/>
            <a:ext cx="2801877" cy="290554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1500" b="0" i="0" kern="1200" dirty="0" smtClean="0">
                <a:solidFill>
                  <a:srgbClr val="11076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33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500" b="0" i="0" dirty="0">
                <a:solidFill>
                  <a:srgbClr val="1107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 the species is limited to forests with native vegetation, it is largely restricted to the Black River Gorges National Park in the southwest of Mauritius.</a:t>
            </a:r>
            <a:r>
              <a:rPr lang="ru-RU" sz="1500" b="0" i="0" dirty="0">
                <a:solidFill>
                  <a:srgbClr val="1107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/>
              <a:t>It is arboreal and keeps to the canopy, where it feeds and rests.</a:t>
            </a:r>
          </a:p>
        </p:txBody>
      </p:sp>
      <p:sp>
        <p:nvSpPr>
          <p:cNvPr id="59" name="Text Placeholder 43">
            <a:extLst>
              <a:ext uri="{FF2B5EF4-FFF2-40B4-BE49-F238E27FC236}">
                <a16:creationId xmlns:a16="http://schemas.microsoft.com/office/drawing/2014/main" id="{6BF787DA-5D32-9B4D-ADB8-71E9F4B76F60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569084" y="2990504"/>
            <a:ext cx="2801877" cy="290554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1500" b="0" i="0" kern="1200">
                <a:solidFill>
                  <a:srgbClr val="11076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33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It is arboreal and keeps to the canopy, where it feeds and rests. It nests in natural cavities in old trees, and clutches usually consist of two to four white eggs.</a:t>
            </a:r>
          </a:p>
        </p:txBody>
      </p:sp>
      <p:sp>
        <p:nvSpPr>
          <p:cNvPr id="60" name="Text Placeholder 43">
            <a:extLst>
              <a:ext uri="{FF2B5EF4-FFF2-40B4-BE49-F238E27FC236}">
                <a16:creationId xmlns:a16="http://schemas.microsoft.com/office/drawing/2014/main" id="{A8087828-9367-E94A-8F00-106E8EBA8B5F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7739353" y="2990504"/>
            <a:ext cx="2801877" cy="290554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83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ru-RU" sz="1500" b="0" i="0" kern="1200">
                <a:solidFill>
                  <a:srgbClr val="11076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33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It is arboreal and keeps to the canopy, where it feeds and rests. It nests in natural cavities in old trees, and clutches usually consist of two to four white eggs.</a:t>
            </a:r>
          </a:p>
          <a:p>
            <a:pPr marL="0" marR="0" lvl="0" indent="0" algn="l" defTabSz="914400" rtl="0" eaLnBrk="1" fontAlgn="auto" latinLnBrk="0" hangingPunct="1">
              <a:lnSpc>
                <a:spcPct val="133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It is arboreal and keeps to the canopy, where it feeds and rests.</a:t>
            </a:r>
          </a:p>
        </p:txBody>
      </p:sp>
      <p:sp>
        <p:nvSpPr>
          <p:cNvPr id="62" name="Text Placeholder 30">
            <a:extLst>
              <a:ext uri="{FF2B5EF4-FFF2-40B4-BE49-F238E27FC236}">
                <a16:creationId xmlns:a16="http://schemas.microsoft.com/office/drawing/2014/main" id="{C63C254F-B336-5E4A-B0B1-B16F05AA0A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11965" y="1809777"/>
            <a:ext cx="2065050" cy="32924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ru-RU" sz="1200" b="0" i="1" kern="1200" dirty="0">
                <a:solidFill>
                  <a:srgbClr val="706B9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sz="1200" b="0" i="1" dirty="0">
                <a:solidFill>
                  <a:srgbClr val="706B9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 March</a:t>
            </a:r>
            <a:endParaRPr lang="ru-RU" sz="1200" b="0" i="1" dirty="0">
              <a:solidFill>
                <a:srgbClr val="706B9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96C9F8B-1668-E748-AA00-4DB68F192D5F}"/>
              </a:ext>
            </a:extLst>
          </p:cNvPr>
          <p:cNvCxnSpPr>
            <a:cxnSpLocks/>
            <a:stCxn id="57" idx="1"/>
          </p:cNvCxnSpPr>
          <p:nvPr userDrawn="1"/>
        </p:nvCxnSpPr>
        <p:spPr>
          <a:xfrm>
            <a:off x="5511965" y="1667396"/>
            <a:ext cx="0" cy="571671"/>
          </a:xfrm>
          <a:prstGeom prst="line">
            <a:avLst/>
          </a:prstGeom>
          <a:ln w="25400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 Placeholder 30">
            <a:extLst>
              <a:ext uri="{FF2B5EF4-FFF2-40B4-BE49-F238E27FC236}">
                <a16:creationId xmlns:a16="http://schemas.microsoft.com/office/drawing/2014/main" id="{0C7D198D-DFDE-8448-962E-19E8AD9538D4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551554" y="1502772"/>
            <a:ext cx="1748814" cy="32924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lang="ru-RU" sz="1400" b="1" kern="1200" dirty="0">
                <a:solidFill>
                  <a:srgbClr val="11076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The second special note</a:t>
            </a:r>
            <a:endParaRPr lang="ru-RU" dirty="0"/>
          </a:p>
        </p:txBody>
      </p:sp>
      <p:sp>
        <p:nvSpPr>
          <p:cNvPr id="66" name="Text Placeholder 30">
            <a:extLst>
              <a:ext uri="{FF2B5EF4-FFF2-40B4-BE49-F238E27FC236}">
                <a16:creationId xmlns:a16="http://schemas.microsoft.com/office/drawing/2014/main" id="{E4797683-68CA-BA4A-8772-5055397D6740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9551554" y="2058580"/>
            <a:ext cx="2065050" cy="32924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ru-RU" sz="1200" b="0" i="1" kern="1200" dirty="0">
                <a:solidFill>
                  <a:srgbClr val="706B9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sz="1200" b="0" i="1" dirty="0">
                <a:solidFill>
                  <a:srgbClr val="706B9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26 September</a:t>
            </a:r>
            <a:endParaRPr lang="ru-RU" sz="1200" b="0" i="1" dirty="0">
              <a:solidFill>
                <a:srgbClr val="706B9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E3CAB819-00E4-D140-A548-08B8F4AB0660}"/>
              </a:ext>
            </a:extLst>
          </p:cNvPr>
          <p:cNvCxnSpPr>
            <a:cxnSpLocks/>
          </p:cNvCxnSpPr>
          <p:nvPr userDrawn="1"/>
        </p:nvCxnSpPr>
        <p:spPr>
          <a:xfrm>
            <a:off x="9531234" y="1667396"/>
            <a:ext cx="0" cy="1200743"/>
          </a:xfrm>
          <a:prstGeom prst="line">
            <a:avLst/>
          </a:prstGeom>
          <a:ln w="25400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74933A4D-FFF3-2F4E-8CCC-A03FDF88E978}"/>
              </a:ext>
            </a:extLst>
          </p:cNvPr>
          <p:cNvCxnSpPr>
            <a:cxnSpLocks/>
          </p:cNvCxnSpPr>
          <p:nvPr userDrawn="1"/>
        </p:nvCxnSpPr>
        <p:spPr>
          <a:xfrm>
            <a:off x="5526274" y="2769815"/>
            <a:ext cx="0" cy="98324"/>
          </a:xfrm>
          <a:prstGeom prst="line">
            <a:avLst/>
          </a:prstGeom>
          <a:ln w="25400">
            <a:solidFill>
              <a:schemeClr val="tx1"/>
            </a:solidFill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Slide Number Placeholder 5">
            <a:extLst>
              <a:ext uri="{FF2B5EF4-FFF2-40B4-BE49-F238E27FC236}">
                <a16:creationId xmlns:a16="http://schemas.microsoft.com/office/drawing/2014/main" id="{6F072337-F53F-9749-A563-3FF362C558AD}"/>
              </a:ext>
            </a:extLst>
          </p:cNvPr>
          <p:cNvSpPr>
            <a:spLocks noGrp="1"/>
          </p:cNvSpPr>
          <p:nvPr>
            <p:ph type="sldNum" sz="quarter" idx="61"/>
          </p:nvPr>
        </p:nvSpPr>
        <p:spPr>
          <a:xfrm>
            <a:off x="10702763" y="6385745"/>
            <a:ext cx="1056861" cy="365125"/>
          </a:xfrm>
          <a:prstGeom prst="rect">
            <a:avLst/>
          </a:prstGeom>
        </p:spPr>
        <p:txBody>
          <a:bodyPr anchor="ctr"/>
          <a:lstStyle>
            <a:lvl1pPr algn="r">
              <a:defRPr sz="1400">
                <a:solidFill>
                  <a:srgbClr val="A09DB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968B802-47E9-D447-A19C-33252E66520F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9DE5B4D7-EA20-594D-AB71-FD0AB5206C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79425" y="6435198"/>
            <a:ext cx="932815" cy="251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6778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oter Placeholder 22">
            <a:extLst>
              <a:ext uri="{FF2B5EF4-FFF2-40B4-BE49-F238E27FC236}">
                <a16:creationId xmlns:a16="http://schemas.microsoft.com/office/drawing/2014/main" id="{3788DDE0-3904-514E-B965-2C8E33B7F6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89691" y="637737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ru-RU" sz="1200" kern="1200">
                <a:solidFill>
                  <a:srgbClr val="9F9CB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47" name="Text Placeholder 30">
            <a:extLst>
              <a:ext uri="{FF2B5EF4-FFF2-40B4-BE49-F238E27FC236}">
                <a16:creationId xmlns:a16="http://schemas.microsoft.com/office/drawing/2014/main" id="{16CF3261-9A2B-D44F-ACE7-DAC2CED17A8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2717" y="532852"/>
            <a:ext cx="11149316" cy="5359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ru-RU" sz="3600" b="1" kern="1200" dirty="0">
                <a:solidFill>
                  <a:srgbClr val="11076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Timeline with big amount of data</a:t>
            </a:r>
            <a:endParaRPr lang="ru-RU" dirty="0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00F19006-F599-2D40-8BC4-8D5952BB9904}"/>
              </a:ext>
            </a:extLst>
          </p:cNvPr>
          <p:cNvCxnSpPr>
            <a:cxnSpLocks/>
          </p:cNvCxnSpPr>
          <p:nvPr userDrawn="1"/>
        </p:nvCxnSpPr>
        <p:spPr>
          <a:xfrm>
            <a:off x="9791700" y="3405858"/>
            <a:ext cx="2578100" cy="0"/>
          </a:xfrm>
          <a:prstGeom prst="line">
            <a:avLst/>
          </a:prstGeom>
          <a:ln w="304800" cap="rnd">
            <a:solidFill>
              <a:srgbClr val="BDDA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259141C-59FF-0949-B99F-F726E8E05A01}"/>
              </a:ext>
            </a:extLst>
          </p:cNvPr>
          <p:cNvCxnSpPr>
            <a:cxnSpLocks/>
          </p:cNvCxnSpPr>
          <p:nvPr userDrawn="1"/>
        </p:nvCxnSpPr>
        <p:spPr>
          <a:xfrm>
            <a:off x="-84524" y="3405858"/>
            <a:ext cx="10787287" cy="0"/>
          </a:xfrm>
          <a:prstGeom prst="line">
            <a:avLst/>
          </a:prstGeom>
          <a:ln w="317500" cap="rnd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D6AB218C-7235-D241-9040-86D5F21916D7}"/>
              </a:ext>
            </a:extLst>
          </p:cNvPr>
          <p:cNvSpPr/>
          <p:nvPr userDrawn="1"/>
        </p:nvSpPr>
        <p:spPr>
          <a:xfrm>
            <a:off x="1020058" y="3359701"/>
            <a:ext cx="94145" cy="941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A7CCD758-6044-4D49-966B-D339F2707FE4}"/>
              </a:ext>
            </a:extLst>
          </p:cNvPr>
          <p:cNvSpPr/>
          <p:nvPr userDrawn="1"/>
        </p:nvSpPr>
        <p:spPr>
          <a:xfrm>
            <a:off x="3021629" y="3359701"/>
            <a:ext cx="94145" cy="941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0CCAC294-5CF0-674A-B53A-F37513FD064F}"/>
              </a:ext>
            </a:extLst>
          </p:cNvPr>
          <p:cNvSpPr/>
          <p:nvPr userDrawn="1"/>
        </p:nvSpPr>
        <p:spPr>
          <a:xfrm>
            <a:off x="7095066" y="3359701"/>
            <a:ext cx="94145" cy="941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4" name="Text Placeholder 30">
            <a:extLst>
              <a:ext uri="{FF2B5EF4-FFF2-40B4-BE49-F238E27FC236}">
                <a16:creationId xmlns:a16="http://schemas.microsoft.com/office/drawing/2014/main" id="{B14760D6-2554-C54B-9667-4F0104FCB1E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26165" y="3248336"/>
            <a:ext cx="774569" cy="32924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ru-RU" sz="1800" b="1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2015</a:t>
            </a:r>
            <a:endParaRPr lang="ru-RU" dirty="0"/>
          </a:p>
        </p:txBody>
      </p:sp>
      <p:sp>
        <p:nvSpPr>
          <p:cNvPr id="55" name="Text Placeholder 30">
            <a:extLst>
              <a:ext uri="{FF2B5EF4-FFF2-40B4-BE49-F238E27FC236}">
                <a16:creationId xmlns:a16="http://schemas.microsoft.com/office/drawing/2014/main" id="{D5FAC2D4-B50B-4647-B7C3-29E0DB66490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141525" y="3248336"/>
            <a:ext cx="774569" cy="32924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ru-RU" sz="1800" b="1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2016</a:t>
            </a:r>
          </a:p>
        </p:txBody>
      </p:sp>
      <p:sp>
        <p:nvSpPr>
          <p:cNvPr id="56" name="Text Placeholder 30">
            <a:extLst>
              <a:ext uri="{FF2B5EF4-FFF2-40B4-BE49-F238E27FC236}">
                <a16:creationId xmlns:a16="http://schemas.microsoft.com/office/drawing/2014/main" id="{15BE930C-6811-074B-8826-699379D1BF1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187605" y="3248336"/>
            <a:ext cx="774569" cy="32924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ru-RU" sz="1800" b="1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2019</a:t>
            </a:r>
          </a:p>
        </p:txBody>
      </p:sp>
      <p:sp>
        <p:nvSpPr>
          <p:cNvPr id="57" name="Text Placeholder 30">
            <a:extLst>
              <a:ext uri="{FF2B5EF4-FFF2-40B4-BE49-F238E27FC236}">
                <a16:creationId xmlns:a16="http://schemas.microsoft.com/office/drawing/2014/main" id="{AB8EC71A-D844-6D4F-BD31-A7BF64D8BB9A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00694" y="3868199"/>
            <a:ext cx="1925551" cy="32924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lang="ru-RU" sz="1400" b="1" kern="1200" dirty="0">
                <a:solidFill>
                  <a:srgbClr val="11076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96C9F8B-1668-E748-AA00-4DB68F192D5F}"/>
              </a:ext>
            </a:extLst>
          </p:cNvPr>
          <p:cNvCxnSpPr>
            <a:cxnSpLocks/>
          </p:cNvCxnSpPr>
          <p:nvPr userDrawn="1"/>
        </p:nvCxnSpPr>
        <p:spPr>
          <a:xfrm flipV="1">
            <a:off x="1062903" y="3453847"/>
            <a:ext cx="0" cy="331891"/>
          </a:xfrm>
          <a:prstGeom prst="line">
            <a:avLst/>
          </a:prstGeom>
          <a:ln w="25400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Placeholder 30">
            <a:extLst>
              <a:ext uri="{FF2B5EF4-FFF2-40B4-BE49-F238E27FC236}">
                <a16:creationId xmlns:a16="http://schemas.microsoft.com/office/drawing/2014/main" id="{1FF5AB4E-B397-5140-A8FD-C403EBE3AD3F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5156885" y="3248336"/>
            <a:ext cx="774569" cy="32924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ru-RU" sz="1800" b="1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2017</a:t>
            </a:r>
            <a:endParaRPr lang="ru-RU" dirty="0"/>
          </a:p>
        </p:txBody>
      </p:sp>
      <p:sp>
        <p:nvSpPr>
          <p:cNvPr id="25" name="Text Placeholder 30">
            <a:extLst>
              <a:ext uri="{FF2B5EF4-FFF2-40B4-BE49-F238E27FC236}">
                <a16:creationId xmlns:a16="http://schemas.microsoft.com/office/drawing/2014/main" id="{006FCDA4-51A9-5646-80B2-72A53D150AAF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7172245" y="3248336"/>
            <a:ext cx="774569" cy="32924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ru-RU" sz="1800" b="1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2018</a:t>
            </a:r>
            <a:endParaRPr lang="ru-RU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C589756-B997-324B-B4D9-CC0969ABE08A}"/>
              </a:ext>
            </a:extLst>
          </p:cNvPr>
          <p:cNvSpPr/>
          <p:nvPr userDrawn="1"/>
        </p:nvSpPr>
        <p:spPr>
          <a:xfrm>
            <a:off x="5081922" y="3359701"/>
            <a:ext cx="94145" cy="941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37B90C2-392E-BE48-9A3A-33D6D0D52EBA}"/>
              </a:ext>
            </a:extLst>
          </p:cNvPr>
          <p:cNvSpPr/>
          <p:nvPr userDrawn="1"/>
        </p:nvSpPr>
        <p:spPr>
          <a:xfrm>
            <a:off x="9121486" y="3359701"/>
            <a:ext cx="94145" cy="941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7A24278-E8CC-2841-BB1E-04AA50BF988A}"/>
              </a:ext>
            </a:extLst>
          </p:cNvPr>
          <p:cNvCxnSpPr>
            <a:cxnSpLocks/>
          </p:cNvCxnSpPr>
          <p:nvPr userDrawn="1"/>
        </p:nvCxnSpPr>
        <p:spPr>
          <a:xfrm>
            <a:off x="3413383" y="2055360"/>
            <a:ext cx="0" cy="1200095"/>
          </a:xfrm>
          <a:prstGeom prst="line">
            <a:avLst/>
          </a:prstGeom>
          <a:ln w="25400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AFB70144-9742-BB43-A32B-C22B7DD00DE0}"/>
              </a:ext>
            </a:extLst>
          </p:cNvPr>
          <p:cNvCxnSpPr>
            <a:cxnSpLocks/>
          </p:cNvCxnSpPr>
          <p:nvPr userDrawn="1"/>
        </p:nvCxnSpPr>
        <p:spPr>
          <a:xfrm>
            <a:off x="6722924" y="1668613"/>
            <a:ext cx="0" cy="1579723"/>
          </a:xfrm>
          <a:prstGeom prst="line">
            <a:avLst/>
          </a:prstGeom>
          <a:ln w="25400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14643648-9E22-8645-8C33-57176D880FF7}"/>
              </a:ext>
            </a:extLst>
          </p:cNvPr>
          <p:cNvCxnSpPr>
            <a:cxnSpLocks/>
          </p:cNvCxnSpPr>
          <p:nvPr userDrawn="1"/>
        </p:nvCxnSpPr>
        <p:spPr>
          <a:xfrm>
            <a:off x="7863191" y="2828922"/>
            <a:ext cx="0" cy="457200"/>
          </a:xfrm>
          <a:prstGeom prst="line">
            <a:avLst/>
          </a:prstGeom>
          <a:ln w="25400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18">
            <a:extLst>
              <a:ext uri="{FF2B5EF4-FFF2-40B4-BE49-F238E27FC236}">
                <a16:creationId xmlns:a16="http://schemas.microsoft.com/office/drawing/2014/main" id="{BA79C3EB-13A7-B64F-ABFC-6530D53F70BB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00696" y="4211578"/>
            <a:ext cx="1925550" cy="130830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Characteristic features of parrots include a strong, curved bill, an upright stance, strong legs, and clawed zygodactyl feet. </a:t>
            </a:r>
            <a:endParaRPr lang="ru-RU" dirty="0"/>
          </a:p>
        </p:txBody>
      </p:sp>
      <p:sp>
        <p:nvSpPr>
          <p:cNvPr id="51" name="Text Placeholder 30">
            <a:extLst>
              <a:ext uri="{FF2B5EF4-FFF2-40B4-BE49-F238E27FC236}">
                <a16:creationId xmlns:a16="http://schemas.microsoft.com/office/drawing/2014/main" id="{3CBE110D-7B9E-344D-B427-11898AC32AAA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185137" y="2099688"/>
            <a:ext cx="1925551" cy="32924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lang="ru-RU" sz="1400" b="1" kern="1200" dirty="0">
                <a:solidFill>
                  <a:srgbClr val="11076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53" name="Text Placeholder 18">
            <a:extLst>
              <a:ext uri="{FF2B5EF4-FFF2-40B4-BE49-F238E27FC236}">
                <a16:creationId xmlns:a16="http://schemas.microsoft.com/office/drawing/2014/main" id="{16B0E119-A41B-1741-8737-AC3C1E5FBB53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185139" y="2422596"/>
            <a:ext cx="1925550" cy="53592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Characteristic features of parrots include a strong,</a:t>
            </a:r>
            <a:endParaRPr lang="ru-RU" dirty="0"/>
          </a:p>
        </p:txBody>
      </p:sp>
      <p:sp>
        <p:nvSpPr>
          <p:cNvPr id="73" name="Text Placeholder 30">
            <a:extLst>
              <a:ext uri="{FF2B5EF4-FFF2-40B4-BE49-F238E27FC236}">
                <a16:creationId xmlns:a16="http://schemas.microsoft.com/office/drawing/2014/main" id="{18181E2F-98DE-1D4E-8533-976CEDFFF455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2897844" y="3868199"/>
            <a:ext cx="1925551" cy="32924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lang="ru-RU" sz="1400" b="1" kern="1200" dirty="0">
                <a:solidFill>
                  <a:srgbClr val="11076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74" name="Text Placeholder 18">
            <a:extLst>
              <a:ext uri="{FF2B5EF4-FFF2-40B4-BE49-F238E27FC236}">
                <a16:creationId xmlns:a16="http://schemas.microsoft.com/office/drawing/2014/main" id="{C2458594-D3E5-3E47-BE65-157F43038065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2897846" y="4211578"/>
            <a:ext cx="1925550" cy="130830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Characteristic features of parrots include a strong, curved bill, an upright stance, strong legs, and clawed zygodactyl feet. </a:t>
            </a:r>
            <a:endParaRPr lang="ru-RU" dirty="0"/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042168B-894A-604D-BC31-4F1EC4736844}"/>
              </a:ext>
            </a:extLst>
          </p:cNvPr>
          <p:cNvCxnSpPr>
            <a:cxnSpLocks/>
          </p:cNvCxnSpPr>
          <p:nvPr userDrawn="1"/>
        </p:nvCxnSpPr>
        <p:spPr>
          <a:xfrm flipV="1">
            <a:off x="3069124" y="3453847"/>
            <a:ext cx="0" cy="331891"/>
          </a:xfrm>
          <a:prstGeom prst="line">
            <a:avLst/>
          </a:prstGeom>
          <a:ln w="25400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 Placeholder 30">
            <a:extLst>
              <a:ext uri="{FF2B5EF4-FFF2-40B4-BE49-F238E27FC236}">
                <a16:creationId xmlns:a16="http://schemas.microsoft.com/office/drawing/2014/main" id="{6F573F3A-AF6C-914B-8BAD-6B3F6DDDCB25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4938184" y="3868198"/>
            <a:ext cx="1925551" cy="56584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lang="ru-RU" sz="1400" b="1" kern="1200" dirty="0">
                <a:solidFill>
                  <a:srgbClr val="11076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Slightly longer milestone title</a:t>
            </a:r>
            <a:endParaRPr lang="ru-RU" dirty="0"/>
          </a:p>
        </p:txBody>
      </p:sp>
      <p:sp>
        <p:nvSpPr>
          <p:cNvPr id="77" name="Text Placeholder 18">
            <a:extLst>
              <a:ext uri="{FF2B5EF4-FFF2-40B4-BE49-F238E27FC236}">
                <a16:creationId xmlns:a16="http://schemas.microsoft.com/office/drawing/2014/main" id="{8B40C184-46D7-B14F-84D3-36BCD9DFBED0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4938185" y="4434047"/>
            <a:ext cx="1925550" cy="130830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Characteristic features of parrots include a strong, curved bill, an upright stance, strong legs, and clawed zygodactyl feet. </a:t>
            </a:r>
            <a:endParaRPr lang="ru-RU" dirty="0"/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128B6A9D-3738-674D-9315-597906F95AB3}"/>
              </a:ext>
            </a:extLst>
          </p:cNvPr>
          <p:cNvCxnSpPr>
            <a:cxnSpLocks/>
          </p:cNvCxnSpPr>
          <p:nvPr userDrawn="1"/>
        </p:nvCxnSpPr>
        <p:spPr>
          <a:xfrm flipV="1">
            <a:off x="5126524" y="3453847"/>
            <a:ext cx="0" cy="331891"/>
          </a:xfrm>
          <a:prstGeom prst="line">
            <a:avLst/>
          </a:prstGeom>
          <a:ln w="25400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69A790F9-EC6C-C147-84C6-2034FB2CD895}"/>
              </a:ext>
            </a:extLst>
          </p:cNvPr>
          <p:cNvCxnSpPr>
            <a:cxnSpLocks/>
          </p:cNvCxnSpPr>
          <p:nvPr userDrawn="1"/>
        </p:nvCxnSpPr>
        <p:spPr>
          <a:xfrm flipV="1">
            <a:off x="7133124" y="3453847"/>
            <a:ext cx="0" cy="331891"/>
          </a:xfrm>
          <a:prstGeom prst="line">
            <a:avLst/>
          </a:prstGeom>
          <a:ln w="25400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B0F343BC-F468-3E42-B7AE-A76E91300C07}"/>
              </a:ext>
            </a:extLst>
          </p:cNvPr>
          <p:cNvCxnSpPr>
            <a:cxnSpLocks/>
          </p:cNvCxnSpPr>
          <p:nvPr userDrawn="1"/>
        </p:nvCxnSpPr>
        <p:spPr>
          <a:xfrm flipV="1">
            <a:off x="9156658" y="3453847"/>
            <a:ext cx="0" cy="331891"/>
          </a:xfrm>
          <a:prstGeom prst="line">
            <a:avLst/>
          </a:prstGeom>
          <a:ln w="25400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 Placeholder 30">
            <a:extLst>
              <a:ext uri="{FF2B5EF4-FFF2-40B4-BE49-F238E27FC236}">
                <a16:creationId xmlns:a16="http://schemas.microsoft.com/office/drawing/2014/main" id="{57089669-4D3E-394B-97A5-96C7A77BBE50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6970310" y="3868199"/>
            <a:ext cx="1925551" cy="32924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lang="ru-RU" sz="1400" b="1" kern="1200" dirty="0">
                <a:solidFill>
                  <a:srgbClr val="11076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82" name="Text Placeholder 18">
            <a:extLst>
              <a:ext uri="{FF2B5EF4-FFF2-40B4-BE49-F238E27FC236}">
                <a16:creationId xmlns:a16="http://schemas.microsoft.com/office/drawing/2014/main" id="{E5920564-BC20-9C43-8290-D90D59A3B150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6970312" y="4211578"/>
            <a:ext cx="1925550" cy="130830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Characteristic features of parrots include a strong, curved bill, an upright stance, strong legs, and clawed zygodactyl feet. </a:t>
            </a:r>
            <a:endParaRPr lang="ru-RU" dirty="0"/>
          </a:p>
        </p:txBody>
      </p:sp>
      <p:sp>
        <p:nvSpPr>
          <p:cNvPr id="83" name="Text Placeholder 30">
            <a:extLst>
              <a:ext uri="{FF2B5EF4-FFF2-40B4-BE49-F238E27FC236}">
                <a16:creationId xmlns:a16="http://schemas.microsoft.com/office/drawing/2014/main" id="{6CC93815-EB4F-4D40-8492-5C0132FCEFE0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9010776" y="3868199"/>
            <a:ext cx="1925551" cy="32924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lang="ru-RU" sz="1400" b="1" kern="1200" dirty="0">
                <a:solidFill>
                  <a:srgbClr val="11076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84" name="Text Placeholder 18">
            <a:extLst>
              <a:ext uri="{FF2B5EF4-FFF2-40B4-BE49-F238E27FC236}">
                <a16:creationId xmlns:a16="http://schemas.microsoft.com/office/drawing/2014/main" id="{E20FD3B6-8931-144F-A15B-1658964C9799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9010778" y="4211578"/>
            <a:ext cx="1925550" cy="130830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Characteristic features of parrots include a strong, curved bill, an upright stance, strong legs, and clawed zygodactyl feet. </a:t>
            </a:r>
            <a:endParaRPr lang="ru-RU" dirty="0"/>
          </a:p>
        </p:txBody>
      </p: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D3CCBDDE-464E-CA40-B46C-F06465371B3C}"/>
              </a:ext>
            </a:extLst>
          </p:cNvPr>
          <p:cNvCxnSpPr>
            <a:cxnSpLocks/>
          </p:cNvCxnSpPr>
          <p:nvPr userDrawn="1"/>
        </p:nvCxnSpPr>
        <p:spPr>
          <a:xfrm>
            <a:off x="1124866" y="2258760"/>
            <a:ext cx="0" cy="802329"/>
          </a:xfrm>
          <a:prstGeom prst="line">
            <a:avLst/>
          </a:prstGeom>
          <a:ln w="25400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1E22C31C-F058-CF40-9E35-2DDBBC49916A}"/>
              </a:ext>
            </a:extLst>
          </p:cNvPr>
          <p:cNvCxnSpPr>
            <a:cxnSpLocks/>
          </p:cNvCxnSpPr>
          <p:nvPr userDrawn="1"/>
        </p:nvCxnSpPr>
        <p:spPr>
          <a:xfrm flipH="1">
            <a:off x="1114203" y="3061089"/>
            <a:ext cx="854298" cy="0"/>
          </a:xfrm>
          <a:prstGeom prst="line">
            <a:avLst/>
          </a:prstGeom>
          <a:ln w="25400">
            <a:solidFill>
              <a:schemeClr val="tx1"/>
            </a:solidFill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6FB3E619-4DBF-A44D-A20A-8DD38699CE5C}"/>
              </a:ext>
            </a:extLst>
          </p:cNvPr>
          <p:cNvCxnSpPr>
            <a:cxnSpLocks/>
          </p:cNvCxnSpPr>
          <p:nvPr userDrawn="1"/>
        </p:nvCxnSpPr>
        <p:spPr>
          <a:xfrm flipH="1">
            <a:off x="1968501" y="3050357"/>
            <a:ext cx="4633" cy="240324"/>
          </a:xfrm>
          <a:prstGeom prst="line">
            <a:avLst/>
          </a:prstGeom>
          <a:ln w="25400">
            <a:solidFill>
              <a:schemeClr val="tx1"/>
            </a:solidFill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Text Placeholder 30">
            <a:extLst>
              <a:ext uri="{FF2B5EF4-FFF2-40B4-BE49-F238E27FC236}">
                <a16:creationId xmlns:a16="http://schemas.microsoft.com/office/drawing/2014/main" id="{BDDA564C-C89F-2E47-864E-8DF2E295278B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3484537" y="1873928"/>
            <a:ext cx="2930336" cy="32029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lang="ru-RU" sz="1400" b="1" kern="1200" dirty="0">
                <a:solidFill>
                  <a:srgbClr val="11076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Slightly longer milestone title</a:t>
            </a:r>
            <a:endParaRPr lang="ru-RU" dirty="0"/>
          </a:p>
        </p:txBody>
      </p:sp>
      <p:sp>
        <p:nvSpPr>
          <p:cNvPr id="111" name="Text Placeholder 18">
            <a:extLst>
              <a:ext uri="{FF2B5EF4-FFF2-40B4-BE49-F238E27FC236}">
                <a16:creationId xmlns:a16="http://schemas.microsoft.com/office/drawing/2014/main" id="{1EDEC7A8-9D7D-AD4F-BCA6-94268239926D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3484537" y="2185126"/>
            <a:ext cx="2930341" cy="80882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Characteristic features of parrots include a strong, curved bill, an upright stance, strong legs, and clawed zygodactyl feet. </a:t>
            </a:r>
            <a:endParaRPr lang="ru-RU" dirty="0"/>
          </a:p>
        </p:txBody>
      </p:sp>
      <p:sp>
        <p:nvSpPr>
          <p:cNvPr id="115" name="Text Placeholder 18">
            <a:extLst>
              <a:ext uri="{FF2B5EF4-FFF2-40B4-BE49-F238E27FC236}">
                <a16:creationId xmlns:a16="http://schemas.microsoft.com/office/drawing/2014/main" id="{7D911C18-C041-8C44-B6D3-A7467844A680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7889567" y="2681834"/>
            <a:ext cx="2463838" cy="53592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Characteristic features of parrots include a strong, curved bill.</a:t>
            </a:r>
            <a:endParaRPr lang="ru-RU" dirty="0"/>
          </a:p>
        </p:txBody>
      </p:sp>
      <p:sp>
        <p:nvSpPr>
          <p:cNvPr id="118" name="Text Placeholder 30">
            <a:extLst>
              <a:ext uri="{FF2B5EF4-FFF2-40B4-BE49-F238E27FC236}">
                <a16:creationId xmlns:a16="http://schemas.microsoft.com/office/drawing/2014/main" id="{C97974FF-A6C2-1149-A0DA-4CAB4FA3D4E9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6760395" y="1497954"/>
            <a:ext cx="3631675" cy="32924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lang="ru-RU" sz="1400" b="1" kern="1200" dirty="0">
                <a:solidFill>
                  <a:srgbClr val="11076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119" name="Text Placeholder 18">
            <a:extLst>
              <a:ext uri="{FF2B5EF4-FFF2-40B4-BE49-F238E27FC236}">
                <a16:creationId xmlns:a16="http://schemas.microsoft.com/office/drawing/2014/main" id="{BCC9DD89-B573-3E4F-AAD8-52A58C9FC624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6760396" y="1841334"/>
            <a:ext cx="3631673" cy="72987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Characteristic features of parrots include a strong, curved bill, an upright stance, strong legs, and clawed zygodactyl feet. </a:t>
            </a:r>
            <a:endParaRPr lang="ru-RU" dirty="0"/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222ED9A1-1EC4-2148-8337-D864E965F5BF}"/>
              </a:ext>
            </a:extLst>
          </p:cNvPr>
          <p:cNvSpPr/>
          <p:nvPr userDrawn="1"/>
        </p:nvSpPr>
        <p:spPr>
          <a:xfrm>
            <a:off x="11077580" y="3359701"/>
            <a:ext cx="94145" cy="94145"/>
          </a:xfrm>
          <a:prstGeom prst="ellipse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A0CEEF"/>
              </a:solidFill>
            </a:endParaRPr>
          </a:p>
        </p:txBody>
      </p:sp>
      <p:sp>
        <p:nvSpPr>
          <p:cNvPr id="125" name="Text Placeholder 30">
            <a:extLst>
              <a:ext uri="{FF2B5EF4-FFF2-40B4-BE49-F238E27FC236}">
                <a16:creationId xmlns:a16="http://schemas.microsoft.com/office/drawing/2014/main" id="{24CA596C-23FC-294D-9E0A-8A03F64840FC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11138603" y="3248336"/>
            <a:ext cx="774569" cy="32924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ru-RU" sz="1800" b="1" kern="1200" dirty="0">
                <a:solidFill>
                  <a:schemeClr val="tx1">
                    <a:alpha val="4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2020</a:t>
            </a:r>
          </a:p>
        </p:txBody>
      </p:sp>
      <p:sp>
        <p:nvSpPr>
          <p:cNvPr id="126" name="Slide Number Placeholder 5">
            <a:extLst>
              <a:ext uri="{FF2B5EF4-FFF2-40B4-BE49-F238E27FC236}">
                <a16:creationId xmlns:a16="http://schemas.microsoft.com/office/drawing/2014/main" id="{C5B54CFC-DBE1-4D4D-A6A9-029DD2B8B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02763" y="6385745"/>
            <a:ext cx="1056861" cy="365125"/>
          </a:xfrm>
          <a:prstGeom prst="rect">
            <a:avLst/>
          </a:prstGeom>
        </p:spPr>
        <p:txBody>
          <a:bodyPr anchor="ctr"/>
          <a:lstStyle>
            <a:lvl1pPr algn="r">
              <a:defRPr sz="1400">
                <a:solidFill>
                  <a:srgbClr val="A09DB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968B802-47E9-D447-A19C-33252E66520F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EB18F71B-1E6C-EC4F-B955-04A80006DA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79425" y="6435198"/>
            <a:ext cx="932815" cy="251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11781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Rectangle 199">
            <a:extLst>
              <a:ext uri="{FF2B5EF4-FFF2-40B4-BE49-F238E27FC236}">
                <a16:creationId xmlns:a16="http://schemas.microsoft.com/office/drawing/2014/main" id="{3D217D3B-58E4-654A-B204-1096AAF9B2CB}"/>
              </a:ext>
            </a:extLst>
          </p:cNvPr>
          <p:cNvSpPr/>
          <p:nvPr userDrawn="1"/>
        </p:nvSpPr>
        <p:spPr>
          <a:xfrm>
            <a:off x="8445073" y="0"/>
            <a:ext cx="3746927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Footer Placeholder 22">
            <a:extLst>
              <a:ext uri="{FF2B5EF4-FFF2-40B4-BE49-F238E27FC236}">
                <a16:creationId xmlns:a16="http://schemas.microsoft.com/office/drawing/2014/main" id="{3788DDE0-3904-514E-B965-2C8E33B7F6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89691" y="637737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ru-RU" sz="1200" kern="1200">
                <a:solidFill>
                  <a:srgbClr val="A09DB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47" name="Text Placeholder 30">
            <a:extLst>
              <a:ext uri="{FF2B5EF4-FFF2-40B4-BE49-F238E27FC236}">
                <a16:creationId xmlns:a16="http://schemas.microsoft.com/office/drawing/2014/main" id="{16CF3261-9A2B-D44F-ACE7-DAC2CED17A8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2717" y="532852"/>
            <a:ext cx="7872597" cy="5359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ru-RU" sz="3600" b="1" kern="1200" dirty="0">
                <a:solidFill>
                  <a:srgbClr val="11076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Global Competitive Hotel Coverage</a:t>
            </a:r>
          </a:p>
        </p:txBody>
      </p:sp>
      <p:sp>
        <p:nvSpPr>
          <p:cNvPr id="58" name="Прямоугольник 5">
            <a:extLst>
              <a:ext uri="{FF2B5EF4-FFF2-40B4-BE49-F238E27FC236}">
                <a16:creationId xmlns:a16="http://schemas.microsoft.com/office/drawing/2014/main" id="{8E526407-2BEE-1245-8865-ED63B9FB5DBE}"/>
              </a:ext>
            </a:extLst>
          </p:cNvPr>
          <p:cNvSpPr/>
          <p:nvPr userDrawn="1"/>
        </p:nvSpPr>
        <p:spPr>
          <a:xfrm>
            <a:off x="6745091" y="2141736"/>
            <a:ext cx="696216" cy="17251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59" name="Рисунок 1">
            <a:extLst>
              <a:ext uri="{FF2B5EF4-FFF2-40B4-BE49-F238E27FC236}">
                <a16:creationId xmlns:a16="http://schemas.microsoft.com/office/drawing/2014/main" id="{0921E003-8566-C649-A250-59FC28A4E3E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99"/>
          <a:stretch/>
        </p:blipFill>
        <p:spPr>
          <a:xfrm>
            <a:off x="7441307" y="2076584"/>
            <a:ext cx="461586" cy="278148"/>
          </a:xfrm>
          <a:prstGeom prst="rect">
            <a:avLst/>
          </a:prstGeom>
        </p:spPr>
      </p:pic>
      <p:sp>
        <p:nvSpPr>
          <p:cNvPr id="66" name="Скругленный прямоугольник 119">
            <a:extLst>
              <a:ext uri="{FF2B5EF4-FFF2-40B4-BE49-F238E27FC236}">
                <a16:creationId xmlns:a16="http://schemas.microsoft.com/office/drawing/2014/main" id="{2E4F8937-EDE3-344B-A992-5D6BE6A86AD5}"/>
              </a:ext>
            </a:extLst>
          </p:cNvPr>
          <p:cNvSpPr/>
          <p:nvPr userDrawn="1"/>
        </p:nvSpPr>
        <p:spPr>
          <a:xfrm>
            <a:off x="739876" y="1936141"/>
            <a:ext cx="3448284" cy="835080"/>
          </a:xfrm>
          <a:prstGeom prst="roundRect">
            <a:avLst>
              <a:gd name="adj" fmla="val 6945"/>
            </a:avLst>
          </a:prstGeom>
          <a:noFill/>
          <a:ln w="6350">
            <a:solidFill>
              <a:srgbClr val="190D74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67" name="Picture 144">
            <a:extLst>
              <a:ext uri="{FF2B5EF4-FFF2-40B4-BE49-F238E27FC236}">
                <a16:creationId xmlns:a16="http://schemas.microsoft.com/office/drawing/2014/main" id="{9D8311EE-3E58-5345-9D50-68D131597A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47" t="25698" r="6395" b="26640"/>
          <a:stretch/>
        </p:blipFill>
        <p:spPr>
          <a:xfrm>
            <a:off x="4801080" y="5101137"/>
            <a:ext cx="467759" cy="258758"/>
          </a:xfrm>
          <a:prstGeom prst="rect">
            <a:avLst/>
          </a:prstGeom>
          <a:ln>
            <a:noFill/>
          </a:ln>
        </p:spPr>
      </p:pic>
      <p:pic>
        <p:nvPicPr>
          <p:cNvPr id="68" name="Picture 145">
            <a:extLst>
              <a:ext uri="{FF2B5EF4-FFF2-40B4-BE49-F238E27FC236}">
                <a16:creationId xmlns:a16="http://schemas.microsoft.com/office/drawing/2014/main" id="{99038C3D-F249-C549-8DA7-091F73B96D7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2554" y="5064701"/>
            <a:ext cx="483619" cy="194581"/>
          </a:xfrm>
          <a:prstGeom prst="rect">
            <a:avLst/>
          </a:prstGeom>
          <a:ln>
            <a:noFill/>
          </a:ln>
        </p:spPr>
      </p:pic>
      <p:pic>
        <p:nvPicPr>
          <p:cNvPr id="69" name="Picture 146">
            <a:extLst>
              <a:ext uri="{FF2B5EF4-FFF2-40B4-BE49-F238E27FC236}">
                <a16:creationId xmlns:a16="http://schemas.microsoft.com/office/drawing/2014/main" id="{3F2E4EE4-4222-814C-8F32-52D181FC95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9439" y="5443545"/>
            <a:ext cx="472566" cy="255718"/>
          </a:xfrm>
          <a:prstGeom prst="rect">
            <a:avLst/>
          </a:prstGeom>
          <a:ln>
            <a:noFill/>
          </a:ln>
        </p:spPr>
      </p:pic>
      <p:pic>
        <p:nvPicPr>
          <p:cNvPr id="70" name="Picture 149">
            <a:extLst>
              <a:ext uri="{FF2B5EF4-FFF2-40B4-BE49-F238E27FC236}">
                <a16:creationId xmlns:a16="http://schemas.microsoft.com/office/drawing/2014/main" id="{736714A1-C9EE-F244-B916-12FAC0584684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7336" y="3382031"/>
            <a:ext cx="685838" cy="158504"/>
          </a:xfrm>
          <a:prstGeom prst="rect">
            <a:avLst/>
          </a:prstGeom>
          <a:ln>
            <a:noFill/>
          </a:ln>
        </p:spPr>
      </p:pic>
      <p:pic>
        <p:nvPicPr>
          <p:cNvPr id="71" name="Picture 151">
            <a:extLst>
              <a:ext uri="{FF2B5EF4-FFF2-40B4-BE49-F238E27FC236}">
                <a16:creationId xmlns:a16="http://schemas.microsoft.com/office/drawing/2014/main" id="{56A3EC2B-130A-6649-9B3D-F4A55258FDBE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0495" y="3050230"/>
            <a:ext cx="554398" cy="184799"/>
          </a:xfrm>
          <a:prstGeom prst="rect">
            <a:avLst/>
          </a:prstGeom>
          <a:ln>
            <a:noFill/>
          </a:ln>
        </p:spPr>
      </p:pic>
      <p:pic>
        <p:nvPicPr>
          <p:cNvPr id="72" name="Picture 154">
            <a:extLst>
              <a:ext uri="{FF2B5EF4-FFF2-40B4-BE49-F238E27FC236}">
                <a16:creationId xmlns:a16="http://schemas.microsoft.com/office/drawing/2014/main" id="{4CC02A09-3E5B-4F42-BFEA-295EB61023D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screen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24189" b="67562" l="10000" r="90000">
                        <a14:foregroundMark x1="28378" y1="43243" x2="28378" y2="43243"/>
                        <a14:foregroundMark x1="24324" y1="48649" x2="24324" y2="48649"/>
                        <a14:foregroundMark x1="78378" y1="45946" x2="78378" y2="45946"/>
                        <a14:foregroundMark x1="72973" y1="60811" x2="72973" y2="60811"/>
                        <a14:foregroundMark x1="78378" y1="52703" x2="78378" y2="52703"/>
                        <a14:foregroundMark x1="79730" y1="50000" x2="79730" y2="50000"/>
                        <a14:foregroundMark x1="81081" y1="50000" x2="81081" y2="50000"/>
                        <a14:foregroundMark x1="82432" y1="50000" x2="82432" y2="50000"/>
                        <a14:foregroundMark x1="86486" y1="55405" x2="86486" y2="55405"/>
                        <a14:foregroundMark x1="86486" y1="55405" x2="86486" y2="55405"/>
                        <a14:foregroundMark x1="25676" y1="50000" x2="25676" y2="50000"/>
                        <a14:foregroundMark x1="21622" y1="47297" x2="21622" y2="47297"/>
                        <a14:foregroundMark x1="20270" y1="47297" x2="20270" y2="47297"/>
                        <a14:foregroundMark x1="21622" y1="47297" x2="22973" y2="48649"/>
                        <a14:foregroundMark x1="22973" y1="48649" x2="22973" y2="4864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18767" b="27016"/>
          <a:stretch/>
        </p:blipFill>
        <p:spPr>
          <a:xfrm>
            <a:off x="4111375" y="3677557"/>
            <a:ext cx="449709" cy="243822"/>
          </a:xfrm>
          <a:prstGeom prst="rect">
            <a:avLst/>
          </a:prstGeom>
          <a:ln>
            <a:noFill/>
          </a:ln>
        </p:spPr>
      </p:pic>
      <p:pic>
        <p:nvPicPr>
          <p:cNvPr id="85" name="Изображение 25" descr="logo.gif">
            <a:extLst>
              <a:ext uri="{FF2B5EF4-FFF2-40B4-BE49-F238E27FC236}">
                <a16:creationId xmlns:a16="http://schemas.microsoft.com/office/drawing/2014/main" id="{318B334A-7BDB-0F45-84EE-0737A4F2ADCF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92356" y="2135321"/>
            <a:ext cx="295239" cy="146766"/>
          </a:xfrm>
          <a:prstGeom prst="rect">
            <a:avLst/>
          </a:prstGeom>
          <a:ln>
            <a:noFill/>
          </a:ln>
        </p:spPr>
      </p:pic>
      <p:pic>
        <p:nvPicPr>
          <p:cNvPr id="86" name="Picture 158">
            <a:extLst>
              <a:ext uri="{FF2B5EF4-FFF2-40B4-BE49-F238E27FC236}">
                <a16:creationId xmlns:a16="http://schemas.microsoft.com/office/drawing/2014/main" id="{B3B77094-641A-B94F-A71A-6F0418023D10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9975" y="2411988"/>
            <a:ext cx="726551" cy="136762"/>
          </a:xfrm>
          <a:prstGeom prst="rect">
            <a:avLst/>
          </a:prstGeom>
          <a:ln>
            <a:noFill/>
          </a:ln>
        </p:spPr>
      </p:pic>
      <p:pic>
        <p:nvPicPr>
          <p:cNvPr id="87" name="Picture 159" descr="Картинки по запросу priceline">
            <a:extLst>
              <a:ext uri="{FF2B5EF4-FFF2-40B4-BE49-F238E27FC236}">
                <a16:creationId xmlns:a16="http://schemas.microsoft.com/office/drawing/2014/main" id="{4A3F153D-1B27-BD4F-ADBB-8B82ED04CC93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27635"/>
          <a:stretch/>
        </p:blipFill>
        <p:spPr bwMode="auto">
          <a:xfrm>
            <a:off x="1616729" y="2110673"/>
            <a:ext cx="666730" cy="169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8" name="Picture 161">
            <a:extLst>
              <a:ext uri="{FF2B5EF4-FFF2-40B4-BE49-F238E27FC236}">
                <a16:creationId xmlns:a16="http://schemas.microsoft.com/office/drawing/2014/main" id="{68824145-0EAA-A348-BC0F-1EF6BC5B7849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8520" y="2356367"/>
            <a:ext cx="752679" cy="246923"/>
          </a:xfrm>
          <a:prstGeom prst="rect">
            <a:avLst/>
          </a:prstGeom>
          <a:ln>
            <a:noFill/>
          </a:ln>
        </p:spPr>
      </p:pic>
      <p:sp>
        <p:nvSpPr>
          <p:cNvPr id="89" name="Rectangle 162">
            <a:extLst>
              <a:ext uri="{FF2B5EF4-FFF2-40B4-BE49-F238E27FC236}">
                <a16:creationId xmlns:a16="http://schemas.microsoft.com/office/drawing/2014/main" id="{F46FEB42-BB5A-0F43-ACE7-1D84898F4EFE}"/>
              </a:ext>
            </a:extLst>
          </p:cNvPr>
          <p:cNvSpPr/>
          <p:nvPr userDrawn="1"/>
        </p:nvSpPr>
        <p:spPr>
          <a:xfrm rot="16200000">
            <a:off x="259619" y="2085198"/>
            <a:ext cx="665567" cy="276999"/>
          </a:xfrm>
          <a:prstGeom prst="rect">
            <a:avLst/>
          </a:prstGeom>
        </p:spPr>
        <p:txBody>
          <a:bodyPr wrap="none">
            <a:no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 sz="1200" b="1" dirty="0">
                <a:solidFill>
                  <a:srgbClr val="190D74"/>
                </a:solidFill>
                <a:latin typeface="Arial" panose="020B0604020202020204" pitchFamily="34" charset="0"/>
                <a:ea typeface="Trebuchet MS" charset="0"/>
                <a:cs typeface="Arial" panose="020B0604020202020204" pitchFamily="34" charset="0"/>
              </a:rPr>
              <a:t>Global</a:t>
            </a:r>
          </a:p>
        </p:txBody>
      </p:sp>
      <p:pic>
        <p:nvPicPr>
          <p:cNvPr id="90" name="Picture 163">
            <a:extLst>
              <a:ext uri="{FF2B5EF4-FFF2-40B4-BE49-F238E27FC236}">
                <a16:creationId xmlns:a16="http://schemas.microsoft.com/office/drawing/2014/main" id="{2420A5E4-0F91-DF4F-B23D-F64D980E718A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screen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9524" b="90476" l="8889" r="88889">
                        <a14:foregroundMark x1="71111" y1="16667" x2="71111" y2="16667"/>
                        <a14:foregroundMark x1="75556" y1="21429" x2="84444" y2="33333"/>
                        <a14:foregroundMark x1="22222" y1="57143" x2="33333" y2="85714"/>
                        <a14:foregroundMark x1="13333" y1="38095" x2="13333" y2="38095"/>
                        <a14:foregroundMark x1="22222" y1="28571" x2="22222" y2="28571"/>
                        <a14:foregroundMark x1="48889" y1="16667" x2="48889" y2="16667"/>
                        <a14:foregroundMark x1="40000" y1="16667" x2="40000" y2="16667"/>
                        <a14:foregroundMark x1="40000" y1="11905" x2="40000" y2="11905"/>
                        <a14:foregroundMark x1="82222" y1="40476" x2="82222" y2="40476"/>
                        <a14:foregroundMark x1="84444" y1="61905" x2="84444" y2="61905"/>
                        <a14:foregroundMark x1="82222" y1="76190" x2="82222" y2="76190"/>
                        <a14:foregroundMark x1="73333" y1="28571" x2="73333" y2="28571"/>
                        <a14:foregroundMark x1="64444" y1="23810" x2="64444" y2="23810"/>
                        <a14:foregroundMark x1="60000" y1="21429" x2="60000" y2="21429"/>
                        <a14:foregroundMark x1="51111" y1="21429" x2="51111" y2="21429"/>
                        <a14:foregroundMark x1="28889" y1="19048" x2="28889" y2="19048"/>
                        <a14:foregroundMark x1="26667" y1="16667" x2="26667" y2="16667"/>
                        <a14:foregroundMark x1="22222" y1="21429" x2="22222" y2="21429"/>
                        <a14:foregroundMark x1="22222" y1="23810" x2="22222" y2="23810"/>
                        <a14:foregroundMark x1="40000" y1="90476" x2="40000" y2="90476"/>
                        <a14:foregroundMark x1="55556" y1="90476" x2="55556" y2="90476"/>
                        <a14:foregroundMark x1="84444" y1="33333" x2="88889" y2="42857"/>
                        <a14:backgroundMark x1="60000" y1="66667" x2="60000" y2="66667"/>
                        <a14:backgroundMark x1="62222" y1="33333" x2="62222" y2="33333"/>
                        <a14:backgroundMark x1="20000" y1="38095" x2="20000" y2="38095"/>
                        <a14:backgroundMark x1="22222" y1="52381" x2="22222" y2="52381"/>
                        <a14:backgroundMark x1="62222" y1="16667" x2="62222" y2="16667"/>
                        <a14:backgroundMark x1="71111" y1="21429" x2="71111" y2="21429"/>
                        <a14:backgroundMark x1="37778" y1="59524" x2="37778" y2="59524"/>
                        <a14:backgroundMark x1="75556" y1="52381" x2="75556" y2="52381"/>
                        <a14:backgroundMark x1="40000" y1="30952" x2="40000" y2="30952"/>
                        <a14:backgroundMark x1="20000" y1="4762" x2="20000" y2="476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10938" y="4338072"/>
            <a:ext cx="349380" cy="326545"/>
          </a:xfrm>
          <a:prstGeom prst="rect">
            <a:avLst/>
          </a:prstGeom>
          <a:ln>
            <a:noFill/>
          </a:ln>
        </p:spPr>
      </p:pic>
      <p:pic>
        <p:nvPicPr>
          <p:cNvPr id="91" name="Изображение 1030" descr="travco.png">
            <a:extLst>
              <a:ext uri="{FF2B5EF4-FFF2-40B4-BE49-F238E27FC236}">
                <a16:creationId xmlns:a16="http://schemas.microsoft.com/office/drawing/2014/main" id="{D0286E3B-5081-3543-93A3-FD591EC83D56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40667" y="3368915"/>
            <a:ext cx="405127" cy="184737"/>
          </a:xfrm>
          <a:prstGeom prst="rect">
            <a:avLst/>
          </a:prstGeom>
          <a:ln>
            <a:noFill/>
          </a:ln>
        </p:spPr>
      </p:pic>
      <p:pic>
        <p:nvPicPr>
          <p:cNvPr id="92" name="Изображение 8">
            <a:extLst>
              <a:ext uri="{FF2B5EF4-FFF2-40B4-BE49-F238E27FC236}">
                <a16:creationId xmlns:a16="http://schemas.microsoft.com/office/drawing/2014/main" id="{C3CCE821-A21A-394E-B0FC-FFCD68119D3E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3103" y="3067751"/>
            <a:ext cx="512326" cy="149757"/>
          </a:xfrm>
          <a:prstGeom prst="rect">
            <a:avLst/>
          </a:prstGeom>
          <a:ln>
            <a:noFill/>
          </a:ln>
        </p:spPr>
      </p:pic>
      <p:pic>
        <p:nvPicPr>
          <p:cNvPr id="93" name="Picture 168">
            <a:extLst>
              <a:ext uri="{FF2B5EF4-FFF2-40B4-BE49-F238E27FC236}">
                <a16:creationId xmlns:a16="http://schemas.microsoft.com/office/drawing/2014/main" id="{0A972C2D-4CA7-1144-80A8-6AFD45E54E1F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91522" y="3027577"/>
            <a:ext cx="684124" cy="230105"/>
          </a:xfrm>
          <a:prstGeom prst="rect">
            <a:avLst/>
          </a:prstGeom>
          <a:ln>
            <a:noFill/>
          </a:ln>
        </p:spPr>
      </p:pic>
      <p:pic>
        <p:nvPicPr>
          <p:cNvPr id="94" name="Изображение 85" descr="sidetours.gif">
            <a:extLst>
              <a:ext uri="{FF2B5EF4-FFF2-40B4-BE49-F238E27FC236}">
                <a16:creationId xmlns:a16="http://schemas.microsoft.com/office/drawing/2014/main" id="{91B511A0-C841-6547-960F-FCB43622D514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3149" y="3359405"/>
            <a:ext cx="365357" cy="203757"/>
          </a:xfrm>
          <a:prstGeom prst="rect">
            <a:avLst/>
          </a:prstGeom>
          <a:ln>
            <a:noFill/>
          </a:ln>
        </p:spPr>
      </p:pic>
      <p:pic>
        <p:nvPicPr>
          <p:cNvPr id="95" name="Изображение 6" descr="welcomebeds.png">
            <a:extLst>
              <a:ext uri="{FF2B5EF4-FFF2-40B4-BE49-F238E27FC236}">
                <a16:creationId xmlns:a16="http://schemas.microsoft.com/office/drawing/2014/main" id="{E742ED37-782A-D140-B132-0561874E8B5C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94225" y="4033050"/>
            <a:ext cx="693979" cy="152227"/>
          </a:xfrm>
          <a:prstGeom prst="rect">
            <a:avLst/>
          </a:prstGeom>
          <a:ln>
            <a:noFill/>
          </a:ln>
        </p:spPr>
      </p:pic>
      <p:pic>
        <p:nvPicPr>
          <p:cNvPr id="96" name="Изображение 28" descr="brands_thf2.gif">
            <a:extLst>
              <a:ext uri="{FF2B5EF4-FFF2-40B4-BE49-F238E27FC236}">
                <a16:creationId xmlns:a16="http://schemas.microsoft.com/office/drawing/2014/main" id="{85CFB0C3-EDA7-0C45-BA53-45282B57425E}"/>
              </a:ext>
            </a:extLst>
          </p:cNvPr>
          <p:cNvPicPr>
            <a:picLocks noChangeAspect="1"/>
          </p:cNvPicPr>
          <p:nvPr userDrawn="1"/>
        </p:nvPicPr>
        <p:blipFill>
          <a:blip r:embed="rId2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5689" y="2397461"/>
            <a:ext cx="648987" cy="168176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98" name="Picture 172">
            <a:extLst>
              <a:ext uri="{FF2B5EF4-FFF2-40B4-BE49-F238E27FC236}">
                <a16:creationId xmlns:a16="http://schemas.microsoft.com/office/drawing/2014/main" id="{9EB852C9-F705-7F4D-9275-A22FBB64665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026" r="17220"/>
          <a:stretch/>
        </p:blipFill>
        <p:spPr>
          <a:xfrm>
            <a:off x="6028279" y="3049317"/>
            <a:ext cx="537357" cy="186625"/>
          </a:xfrm>
          <a:prstGeom prst="rect">
            <a:avLst/>
          </a:prstGeom>
          <a:ln>
            <a:noFill/>
          </a:ln>
        </p:spPr>
      </p:pic>
      <p:pic>
        <p:nvPicPr>
          <p:cNvPr id="99" name="Изображение 67" descr="serhstourism-logo.png">
            <a:extLst>
              <a:ext uri="{FF2B5EF4-FFF2-40B4-BE49-F238E27FC236}">
                <a16:creationId xmlns:a16="http://schemas.microsoft.com/office/drawing/2014/main" id="{8DF4ED66-EE71-FA4C-80A6-E6E50A478007}"/>
              </a:ext>
            </a:extLst>
          </p:cNvPr>
          <p:cNvPicPr>
            <a:picLocks noChangeAspect="1"/>
          </p:cNvPicPr>
          <p:nvPr userDrawn="1"/>
        </p:nvPicPr>
        <p:blipFill>
          <a:blip r:embed="rId2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32541" y="3040751"/>
            <a:ext cx="555965" cy="203757"/>
          </a:xfrm>
          <a:prstGeom prst="rect">
            <a:avLst/>
          </a:prstGeom>
          <a:ln>
            <a:noFill/>
          </a:ln>
        </p:spPr>
      </p:pic>
      <p:pic>
        <p:nvPicPr>
          <p:cNvPr id="100" name="Изображение 69" descr="sunhotels.gif">
            <a:extLst>
              <a:ext uri="{FF2B5EF4-FFF2-40B4-BE49-F238E27FC236}">
                <a16:creationId xmlns:a16="http://schemas.microsoft.com/office/drawing/2014/main" id="{A33D3CCF-2965-4F45-A5AD-E493B5B77F0D}"/>
              </a:ext>
            </a:extLst>
          </p:cNvPr>
          <p:cNvPicPr>
            <a:picLocks noChangeAspect="1"/>
          </p:cNvPicPr>
          <p:nvPr userDrawn="1"/>
        </p:nvPicPr>
        <p:blipFill>
          <a:blip r:embed="rId2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60526" y="3373739"/>
            <a:ext cx="587799" cy="175089"/>
          </a:xfrm>
          <a:prstGeom prst="rect">
            <a:avLst/>
          </a:prstGeom>
          <a:ln>
            <a:noFill/>
          </a:ln>
        </p:spPr>
      </p:pic>
      <p:pic>
        <p:nvPicPr>
          <p:cNvPr id="101" name="Изображение 90">
            <a:extLst>
              <a:ext uri="{FF2B5EF4-FFF2-40B4-BE49-F238E27FC236}">
                <a16:creationId xmlns:a16="http://schemas.microsoft.com/office/drawing/2014/main" id="{8DC8E83A-C076-074F-9B12-81C5DB248611}"/>
              </a:ext>
            </a:extLst>
          </p:cNvPr>
          <p:cNvPicPr>
            <a:picLocks noChangeAspect="1"/>
          </p:cNvPicPr>
          <p:nvPr userDrawn="1"/>
        </p:nvPicPr>
        <p:blipFill>
          <a:blip r:embed="rId2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25677" y="3350441"/>
            <a:ext cx="293497" cy="221685"/>
          </a:xfrm>
          <a:prstGeom prst="rect">
            <a:avLst/>
          </a:prstGeom>
          <a:ln>
            <a:noFill/>
          </a:ln>
        </p:spPr>
      </p:pic>
      <p:pic>
        <p:nvPicPr>
          <p:cNvPr id="103" name="Изображение 1029" descr="Miki-logo.gif">
            <a:extLst>
              <a:ext uri="{FF2B5EF4-FFF2-40B4-BE49-F238E27FC236}">
                <a16:creationId xmlns:a16="http://schemas.microsoft.com/office/drawing/2014/main" id="{08B1753F-9BD1-284F-987C-EC8539C1E351}"/>
              </a:ext>
            </a:extLst>
          </p:cNvPr>
          <p:cNvPicPr>
            <a:picLocks noChangeAspect="1"/>
          </p:cNvPicPr>
          <p:nvPr userDrawn="1"/>
        </p:nvPicPr>
        <p:blipFill>
          <a:blip r:embed="rId2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89751" y="4355654"/>
            <a:ext cx="291381" cy="291381"/>
          </a:xfrm>
          <a:prstGeom prst="rect">
            <a:avLst/>
          </a:prstGeom>
          <a:ln>
            <a:noFill/>
          </a:ln>
        </p:spPr>
      </p:pic>
      <p:pic>
        <p:nvPicPr>
          <p:cNvPr id="104" name="Изображение 95">
            <a:extLst>
              <a:ext uri="{FF2B5EF4-FFF2-40B4-BE49-F238E27FC236}">
                <a16:creationId xmlns:a16="http://schemas.microsoft.com/office/drawing/2014/main" id="{B38DF362-0F92-B446-A169-EF611E62C288}"/>
              </a:ext>
            </a:extLst>
          </p:cNvPr>
          <p:cNvPicPr>
            <a:picLocks noChangeAspect="1"/>
          </p:cNvPicPr>
          <p:nvPr userDrawn="1"/>
        </p:nvPicPr>
        <p:blipFill>
          <a:blip r:embed="rId2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56082" y="5070040"/>
            <a:ext cx="304890" cy="189242"/>
          </a:xfrm>
          <a:prstGeom prst="rect">
            <a:avLst/>
          </a:prstGeom>
          <a:ln>
            <a:noFill/>
          </a:ln>
        </p:spPr>
      </p:pic>
      <p:pic>
        <p:nvPicPr>
          <p:cNvPr id="105" name="Изображение 10">
            <a:extLst>
              <a:ext uri="{FF2B5EF4-FFF2-40B4-BE49-F238E27FC236}">
                <a16:creationId xmlns:a16="http://schemas.microsoft.com/office/drawing/2014/main" id="{98348C91-BB08-674F-A8AF-D8F60A755C5F}"/>
              </a:ext>
            </a:extLst>
          </p:cNvPr>
          <p:cNvPicPr>
            <a:picLocks noChangeAspect="1"/>
          </p:cNvPicPr>
          <p:nvPr userDrawn="1"/>
        </p:nvPicPr>
        <p:blipFill>
          <a:blip r:embed="rId2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70346" y="5443067"/>
            <a:ext cx="532748" cy="150824"/>
          </a:xfrm>
          <a:prstGeom prst="rect">
            <a:avLst/>
          </a:prstGeom>
          <a:ln>
            <a:noFill/>
          </a:ln>
        </p:spPr>
      </p:pic>
      <p:pic>
        <p:nvPicPr>
          <p:cNvPr id="106" name="Picture 184">
            <a:extLst>
              <a:ext uri="{FF2B5EF4-FFF2-40B4-BE49-F238E27FC236}">
                <a16:creationId xmlns:a16="http://schemas.microsoft.com/office/drawing/2014/main" id="{E5AE0B6B-D4EB-A048-A6BA-16ABA83AF4AB}"/>
              </a:ext>
            </a:extLst>
          </p:cNvPr>
          <p:cNvPicPr>
            <a:picLocks noChangeAspect="1"/>
          </p:cNvPicPr>
          <p:nvPr userDrawn="1"/>
        </p:nvPicPr>
        <p:blipFill>
          <a:blip r:embed="rId2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00403" y="2155132"/>
            <a:ext cx="414114" cy="139920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108" name="Picture 185" descr="Картинки по запросу bonotel">
            <a:extLst>
              <a:ext uri="{FF2B5EF4-FFF2-40B4-BE49-F238E27FC236}">
                <a16:creationId xmlns:a16="http://schemas.microsoft.com/office/drawing/2014/main" id="{FA58C24C-5574-2C49-B159-9D0BBA40904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812970" y="2138883"/>
            <a:ext cx="507630" cy="1683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9" name="Picture 186" descr="Картинки по запросу travellanda">
            <a:extLst>
              <a:ext uri="{FF2B5EF4-FFF2-40B4-BE49-F238E27FC236}">
                <a16:creationId xmlns:a16="http://schemas.microsoft.com/office/drawing/2014/main" id="{3459E042-D879-0348-AEE2-5AEBCE0A142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366067" y="2144111"/>
            <a:ext cx="411573" cy="15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" name="Изображение 89" descr="1393847263_hotel1.gif">
            <a:extLst>
              <a:ext uri="{FF2B5EF4-FFF2-40B4-BE49-F238E27FC236}">
                <a16:creationId xmlns:a16="http://schemas.microsoft.com/office/drawing/2014/main" id="{4A84DD31-CA2B-2048-867C-FBDBE0AA3DEE}"/>
              </a:ext>
            </a:extLst>
          </p:cNvPr>
          <p:cNvPicPr>
            <a:picLocks noChangeAspect="1"/>
          </p:cNvPicPr>
          <p:nvPr userDrawn="1"/>
        </p:nvPicPr>
        <p:blipFill>
          <a:blip r:embed="rId3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83178" y="4402693"/>
            <a:ext cx="302610" cy="197302"/>
          </a:xfrm>
          <a:prstGeom prst="rect">
            <a:avLst/>
          </a:prstGeom>
          <a:ln>
            <a:noFill/>
          </a:ln>
        </p:spPr>
      </p:pic>
      <p:pic>
        <p:nvPicPr>
          <p:cNvPr id="113" name="Picture 188">
            <a:extLst>
              <a:ext uri="{FF2B5EF4-FFF2-40B4-BE49-F238E27FC236}">
                <a16:creationId xmlns:a16="http://schemas.microsoft.com/office/drawing/2014/main" id="{BE8EE985-EEB0-6046-9DF7-6A9F03901CB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23793"/>
          <a:stretch/>
        </p:blipFill>
        <p:spPr>
          <a:xfrm>
            <a:off x="4761867" y="3713062"/>
            <a:ext cx="498560" cy="172812"/>
          </a:xfrm>
          <a:prstGeom prst="rect">
            <a:avLst/>
          </a:prstGeom>
          <a:ln>
            <a:noFill/>
          </a:ln>
        </p:spPr>
      </p:pic>
      <p:pic>
        <p:nvPicPr>
          <p:cNvPr id="114" name="Picture 190" descr="Картинки по запросу agoda">
            <a:extLst>
              <a:ext uri="{FF2B5EF4-FFF2-40B4-BE49-F238E27FC236}">
                <a16:creationId xmlns:a16="http://schemas.microsoft.com/office/drawing/2014/main" id="{2C70351E-8B3E-BB46-A5F3-DC79CBD6FB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3019" y="5083331"/>
            <a:ext cx="397363" cy="1699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6" name="Picture 191">
            <a:extLst>
              <a:ext uri="{FF2B5EF4-FFF2-40B4-BE49-F238E27FC236}">
                <a16:creationId xmlns:a16="http://schemas.microsoft.com/office/drawing/2014/main" id="{EEB8A8FA-B04B-CD4C-A4E0-5BB3E3EADBA7}"/>
              </a:ext>
            </a:extLst>
          </p:cNvPr>
          <p:cNvPicPr>
            <a:picLocks noChangeAspect="1"/>
          </p:cNvPicPr>
          <p:nvPr userDrawn="1"/>
        </p:nvPicPr>
        <p:blipFill>
          <a:blip r:embed="rId3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56136" y="3735672"/>
            <a:ext cx="789530" cy="127592"/>
          </a:xfrm>
          <a:prstGeom prst="rect">
            <a:avLst/>
          </a:prstGeom>
          <a:ln>
            <a:noFill/>
          </a:ln>
        </p:spPr>
      </p:pic>
      <p:pic>
        <p:nvPicPr>
          <p:cNvPr id="117" name="Picture 201">
            <a:extLst>
              <a:ext uri="{FF2B5EF4-FFF2-40B4-BE49-F238E27FC236}">
                <a16:creationId xmlns:a16="http://schemas.microsoft.com/office/drawing/2014/main" id="{63F8F89F-0211-EF47-9E54-7310D1B2F5BC}"/>
              </a:ext>
            </a:extLst>
          </p:cNvPr>
          <p:cNvPicPr>
            <a:picLocks noChangeAspect="1"/>
          </p:cNvPicPr>
          <p:nvPr userDrawn="1"/>
        </p:nvPicPr>
        <p:blipFill>
          <a:blip r:embed="rId3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9512" y="5137324"/>
            <a:ext cx="509952" cy="192006"/>
          </a:xfrm>
          <a:prstGeom prst="rect">
            <a:avLst/>
          </a:prstGeom>
          <a:ln>
            <a:noFill/>
          </a:ln>
        </p:spPr>
      </p:pic>
      <p:pic>
        <p:nvPicPr>
          <p:cNvPr id="120" name="Picture 207">
            <a:extLst>
              <a:ext uri="{FF2B5EF4-FFF2-40B4-BE49-F238E27FC236}">
                <a16:creationId xmlns:a16="http://schemas.microsoft.com/office/drawing/2014/main" id="{618143EA-603A-E14D-A8BC-C7B9815014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7" cstate="print">
            <a:extLst>
              <a:ext uri="{BEBA8EAE-BF5A-486C-A8C5-ECC9F3942E4B}">
                <a14:imgProps xmlns:a14="http://schemas.microsoft.com/office/drawing/2010/main">
                  <a14:imgLayer r:embed="rId38">
                    <a14:imgEffect>
                      <a14:backgroundRemoval t="14286" b="77778" l="3175" r="96032">
                        <a14:foregroundMark x1="70635" y1="23810" x2="70635" y2="23810"/>
                        <a14:foregroundMark x1="58730" y1="57143" x2="58730" y2="57143"/>
                        <a14:foregroundMark x1="75397" y1="57143" x2="75397" y2="57143"/>
                        <a14:foregroundMark x1="96825" y1="60317" x2="96825" y2="60317"/>
                        <a14:foregroundMark x1="89683" y1="57143" x2="89683" y2="57143"/>
                        <a14:foregroundMark x1="65873" y1="66667" x2="65873" y2="66667"/>
                        <a14:foregroundMark x1="50000" y1="58730" x2="50000" y2="58730"/>
                        <a14:foregroundMark x1="49206" y1="33333" x2="49206" y2="33333"/>
                        <a14:foregroundMark x1="28571" y1="30159" x2="28571" y2="30159"/>
                        <a14:foregroundMark x1="20635" y1="26984" x2="20635" y2="26984"/>
                        <a14:foregroundMark x1="12698" y1="28571" x2="12698" y2="28571"/>
                        <a14:foregroundMark x1="3175" y1="28571" x2="3175" y2="28571"/>
                        <a14:foregroundMark x1="69048" y1="73016" x2="69048" y2="73016"/>
                        <a14:foregroundMark x1="67460" y1="76190" x2="63492" y2="69841"/>
                        <a14:backgroundMark x1="50794" y1="66667" x2="50794" y2="66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8892" b="12401"/>
          <a:stretch/>
        </p:blipFill>
        <p:spPr>
          <a:xfrm>
            <a:off x="2718276" y="5434679"/>
            <a:ext cx="472566" cy="185972"/>
          </a:xfrm>
          <a:prstGeom prst="rect">
            <a:avLst/>
          </a:prstGeom>
          <a:ln>
            <a:noFill/>
          </a:ln>
        </p:spPr>
      </p:pic>
      <p:pic>
        <p:nvPicPr>
          <p:cNvPr id="122" name="Picture 211">
            <a:extLst>
              <a:ext uri="{FF2B5EF4-FFF2-40B4-BE49-F238E27FC236}">
                <a16:creationId xmlns:a16="http://schemas.microsoft.com/office/drawing/2014/main" id="{5E366C85-DFF8-1549-BB56-2DC17D20F6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837"/>
          <a:stretch/>
        </p:blipFill>
        <p:spPr>
          <a:xfrm>
            <a:off x="892193" y="3348266"/>
            <a:ext cx="474500" cy="226035"/>
          </a:xfrm>
          <a:prstGeom prst="rect">
            <a:avLst/>
          </a:prstGeom>
          <a:ln>
            <a:noFill/>
          </a:ln>
        </p:spPr>
      </p:pic>
      <p:pic>
        <p:nvPicPr>
          <p:cNvPr id="123" name="Picture 212">
            <a:extLst>
              <a:ext uri="{FF2B5EF4-FFF2-40B4-BE49-F238E27FC236}">
                <a16:creationId xmlns:a16="http://schemas.microsoft.com/office/drawing/2014/main" id="{A6B339B2-7900-F64B-BDFC-B0BAB01408B2}"/>
              </a:ext>
            </a:extLst>
          </p:cNvPr>
          <p:cNvPicPr>
            <a:picLocks noChangeAspect="1"/>
          </p:cNvPicPr>
          <p:nvPr userDrawn="1"/>
        </p:nvPicPr>
        <p:blipFill>
          <a:blip r:embed="rId4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3992" y="4310166"/>
            <a:ext cx="384086" cy="382356"/>
          </a:xfrm>
          <a:prstGeom prst="rect">
            <a:avLst/>
          </a:prstGeom>
          <a:ln>
            <a:noFill/>
          </a:ln>
        </p:spPr>
      </p:pic>
      <p:pic>
        <p:nvPicPr>
          <p:cNvPr id="124" name="Picture 213">
            <a:extLst>
              <a:ext uri="{FF2B5EF4-FFF2-40B4-BE49-F238E27FC236}">
                <a16:creationId xmlns:a16="http://schemas.microsoft.com/office/drawing/2014/main" id="{F9CA8F39-EF29-024F-992A-016EBE797B7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08" t="30921" r="8265" b="31783"/>
          <a:stretch/>
        </p:blipFill>
        <p:spPr>
          <a:xfrm>
            <a:off x="1824362" y="4398280"/>
            <a:ext cx="454466" cy="206128"/>
          </a:xfrm>
          <a:prstGeom prst="rect">
            <a:avLst/>
          </a:prstGeom>
          <a:ln>
            <a:noFill/>
          </a:ln>
        </p:spPr>
      </p:pic>
      <p:pic>
        <p:nvPicPr>
          <p:cNvPr id="126" name="Picture 216">
            <a:extLst>
              <a:ext uri="{FF2B5EF4-FFF2-40B4-BE49-F238E27FC236}">
                <a16:creationId xmlns:a16="http://schemas.microsoft.com/office/drawing/2014/main" id="{67FF8DB8-6B30-814F-9BF4-B931C6AFF6B7}"/>
              </a:ext>
            </a:extLst>
          </p:cNvPr>
          <p:cNvPicPr>
            <a:picLocks noChangeAspect="1"/>
          </p:cNvPicPr>
          <p:nvPr userDrawn="1"/>
        </p:nvPicPr>
        <p:blipFill>
          <a:blip r:embed="rId4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5930" y="4362793"/>
            <a:ext cx="258009" cy="277102"/>
          </a:xfrm>
          <a:prstGeom prst="rect">
            <a:avLst/>
          </a:prstGeom>
          <a:ln>
            <a:noFill/>
          </a:ln>
        </p:spPr>
      </p:pic>
      <p:pic>
        <p:nvPicPr>
          <p:cNvPr id="127" name="Рисунок 135">
            <a:extLst>
              <a:ext uri="{FF2B5EF4-FFF2-40B4-BE49-F238E27FC236}">
                <a16:creationId xmlns:a16="http://schemas.microsoft.com/office/drawing/2014/main" id="{862EAF01-8FED-FE40-B8E4-C3C8731F1697}"/>
              </a:ext>
            </a:extLst>
          </p:cNvPr>
          <p:cNvPicPr>
            <a:picLocks noChangeAspect="1"/>
          </p:cNvPicPr>
          <p:nvPr userDrawn="1"/>
        </p:nvPicPr>
        <p:blipFill>
          <a:blip r:embed="rId43"/>
          <a:stretch>
            <a:fillRect/>
          </a:stretch>
        </p:blipFill>
        <p:spPr>
          <a:xfrm>
            <a:off x="2142555" y="3372833"/>
            <a:ext cx="478674" cy="176901"/>
          </a:xfrm>
          <a:prstGeom prst="rect">
            <a:avLst/>
          </a:prstGeom>
          <a:ln>
            <a:noFill/>
          </a:ln>
        </p:spPr>
      </p:pic>
      <p:pic>
        <p:nvPicPr>
          <p:cNvPr id="128" name="Рисунок 139">
            <a:extLst>
              <a:ext uri="{FF2B5EF4-FFF2-40B4-BE49-F238E27FC236}">
                <a16:creationId xmlns:a16="http://schemas.microsoft.com/office/drawing/2014/main" id="{AE7A870E-B294-1D4C-8EF0-3899A4FF0DF6}"/>
              </a:ext>
            </a:extLst>
          </p:cNvPr>
          <p:cNvPicPr>
            <a:picLocks noChangeAspect="1"/>
          </p:cNvPicPr>
          <p:nvPr userDrawn="1"/>
        </p:nvPicPr>
        <p:blipFill>
          <a:blip r:embed="rId44">
            <a:extLst>
              <a:ext uri="{BEBA8EAE-BF5A-486C-A8C5-ECC9F3942E4B}">
                <a14:imgProps xmlns:a14="http://schemas.microsoft.com/office/drawing/2010/main">
                  <a14:imgLayer r:embed="rId45">
                    <a14:imgEffect>
                      <a14:backgroundRemoval t="10000" b="96000" l="3846" r="96154">
                        <a14:foregroundMark x1="55385" y1="42000" x2="55385" y2="42000"/>
                        <a14:foregroundMark x1="64615" y1="28000" x2="64615" y2="28000"/>
                        <a14:foregroundMark x1="58462" y1="42000" x2="58462" y2="42000"/>
                        <a14:foregroundMark x1="53077" y1="32000" x2="53077" y2="32000"/>
                        <a14:foregroundMark x1="47692" y1="24000" x2="47692" y2="24000"/>
                        <a14:foregroundMark x1="49231" y1="44000" x2="49231" y2="44000"/>
                        <a14:foregroundMark x1="50769" y1="34000" x2="50769" y2="34000"/>
                        <a14:foregroundMark x1="47692" y1="22000" x2="49231" y2="22000"/>
                        <a14:foregroundMark x1="79231" y1="54000" x2="79231" y2="54000"/>
                        <a14:foregroundMark x1="77692" y1="34000" x2="77692" y2="34000"/>
                        <a14:foregroundMark x1="79231" y1="40000" x2="79231" y2="40000"/>
                        <a14:foregroundMark x1="80000" y1="66000" x2="80000" y2="66000"/>
                        <a14:foregroundMark x1="79231" y1="68000" x2="79231" y2="68000"/>
                        <a14:foregroundMark x1="96154" y1="54000" x2="96154" y2="54000"/>
                        <a14:foregroundMark x1="97692" y1="58000" x2="97692" y2="58000"/>
                        <a14:foregroundMark x1="87692" y1="52000" x2="87692" y2="52000"/>
                        <a14:foregroundMark x1="88462" y1="58000" x2="88462" y2="58000"/>
                        <a14:foregroundMark x1="90000" y1="58000" x2="90000" y2="54000"/>
                        <a14:foregroundMark x1="88462" y1="44000" x2="88462" y2="44000"/>
                        <a14:foregroundMark x1="25385" y1="46000" x2="25385" y2="46000"/>
                        <a14:foregroundMark x1="22308" y1="48000" x2="22308" y2="48000"/>
                        <a14:foregroundMark x1="19231" y1="48000" x2="19231" y2="48000"/>
                        <a14:foregroundMark x1="4615" y1="38000" x2="4615" y2="38000"/>
                        <a14:foregroundMark x1="26923" y1="60000" x2="26923" y2="60000"/>
                        <a14:foregroundMark x1="11538" y1="74000" x2="11538" y2="74000"/>
                        <a14:foregroundMark x1="30769" y1="82000" x2="30769" y2="82000"/>
                        <a14:foregroundMark x1="41538" y1="78000" x2="41538" y2="78000"/>
                        <a14:foregroundMark x1="59231" y1="82000" x2="59231" y2="82000"/>
                        <a14:foregroundMark x1="68462" y1="76000" x2="68462" y2="76000"/>
                        <a14:foregroundMark x1="26154" y1="36000" x2="26154" y2="36000"/>
                        <a14:foregroundMark x1="69231" y1="34000" x2="69231" y2="34000"/>
                        <a14:foregroundMark x1="63077" y1="18000" x2="63077" y2="18000"/>
                        <a14:foregroundMark x1="63077" y1="18000" x2="63077" y2="18000"/>
                        <a14:foregroundMark x1="63077" y1="18000" x2="63077" y2="18000"/>
                        <a14:foregroundMark x1="57692" y1="20000" x2="57692" y2="20000"/>
                        <a14:foregroundMark x1="85385" y1="96000" x2="85385" y2="96000"/>
                        <a14:foregroundMark x1="44615" y1="40000" x2="60000" y2="58000"/>
                        <a14:backgroundMark x1="48462" y1="68000" x2="48462" y2="68000"/>
                        <a14:backgroundMark x1="44615" y1="52000" x2="44615" y2="52000"/>
                        <a14:backgroundMark x1="46154" y1="38000" x2="46154" y2="38000"/>
                        <a14:backgroundMark x1="46154" y1="46000" x2="46154" y2="460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443964" y="5749206"/>
            <a:ext cx="523260" cy="201255"/>
          </a:xfrm>
          <a:prstGeom prst="rect">
            <a:avLst/>
          </a:prstGeom>
          <a:ln>
            <a:noFill/>
          </a:ln>
        </p:spPr>
      </p:pic>
      <p:pic>
        <p:nvPicPr>
          <p:cNvPr id="129" name="Рисунок 5">
            <a:extLst>
              <a:ext uri="{FF2B5EF4-FFF2-40B4-BE49-F238E27FC236}">
                <a16:creationId xmlns:a16="http://schemas.microsoft.com/office/drawing/2014/main" id="{FB572A60-5086-AC40-9A17-A83ECEE529AA}"/>
              </a:ext>
            </a:extLst>
          </p:cNvPr>
          <p:cNvPicPr>
            <a:picLocks noChangeAspect="1"/>
          </p:cNvPicPr>
          <p:nvPr userDrawn="1"/>
        </p:nvPicPr>
        <p:blipFill>
          <a:blip r:embed="rId46"/>
          <a:stretch>
            <a:fillRect/>
          </a:stretch>
        </p:blipFill>
        <p:spPr>
          <a:xfrm>
            <a:off x="2889130" y="5834856"/>
            <a:ext cx="426027" cy="97043"/>
          </a:xfrm>
          <a:prstGeom prst="rect">
            <a:avLst/>
          </a:prstGeom>
          <a:ln>
            <a:noFill/>
          </a:ln>
        </p:spPr>
      </p:pic>
      <p:pic>
        <p:nvPicPr>
          <p:cNvPr id="130" name="Рисунок 2">
            <a:extLst>
              <a:ext uri="{FF2B5EF4-FFF2-40B4-BE49-F238E27FC236}">
                <a16:creationId xmlns:a16="http://schemas.microsoft.com/office/drawing/2014/main" id="{7A1D683D-3189-A34D-92CA-DD5926B846BF}"/>
              </a:ext>
            </a:extLst>
          </p:cNvPr>
          <p:cNvPicPr>
            <a:picLocks noChangeAspect="1"/>
          </p:cNvPicPr>
          <p:nvPr userDrawn="1"/>
        </p:nvPicPr>
        <p:blipFill>
          <a:blip r:embed="rId4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2757" y="2400147"/>
            <a:ext cx="558699" cy="189610"/>
          </a:xfrm>
          <a:prstGeom prst="rect">
            <a:avLst/>
          </a:prstGeom>
          <a:ln>
            <a:noFill/>
          </a:ln>
        </p:spPr>
      </p:pic>
      <p:pic>
        <p:nvPicPr>
          <p:cNvPr id="131" name="Рисунок 13">
            <a:extLst>
              <a:ext uri="{FF2B5EF4-FFF2-40B4-BE49-F238E27FC236}">
                <a16:creationId xmlns:a16="http://schemas.microsoft.com/office/drawing/2014/main" id="{7D04A01B-E389-BD42-AD99-485E472A0ABF}"/>
              </a:ext>
            </a:extLst>
          </p:cNvPr>
          <p:cNvPicPr>
            <a:picLocks noChangeAspect="1"/>
          </p:cNvPicPr>
          <p:nvPr userDrawn="1"/>
        </p:nvPicPr>
        <p:blipFill>
          <a:blip r:embed="rId48"/>
          <a:stretch>
            <a:fillRect/>
          </a:stretch>
        </p:blipFill>
        <p:spPr>
          <a:xfrm>
            <a:off x="7863241" y="2138753"/>
            <a:ext cx="332101" cy="220135"/>
          </a:xfrm>
          <a:prstGeom prst="rect">
            <a:avLst/>
          </a:prstGeom>
          <a:ln>
            <a:noFill/>
          </a:ln>
        </p:spPr>
      </p:pic>
      <p:pic>
        <p:nvPicPr>
          <p:cNvPr id="132" name="Рисунок 3">
            <a:extLst>
              <a:ext uri="{FF2B5EF4-FFF2-40B4-BE49-F238E27FC236}">
                <a16:creationId xmlns:a16="http://schemas.microsoft.com/office/drawing/2014/main" id="{BAF8971F-D966-4041-9CD4-EC33F5DB144C}"/>
              </a:ext>
            </a:extLst>
          </p:cNvPr>
          <p:cNvPicPr>
            <a:picLocks noChangeAspect="1"/>
          </p:cNvPicPr>
          <p:nvPr userDrawn="1"/>
        </p:nvPicPr>
        <p:blipFill>
          <a:blip r:embed="rId49"/>
          <a:stretch>
            <a:fillRect/>
          </a:stretch>
        </p:blipFill>
        <p:spPr>
          <a:xfrm>
            <a:off x="7172658" y="3734880"/>
            <a:ext cx="815848" cy="129176"/>
          </a:xfrm>
          <a:prstGeom prst="rect">
            <a:avLst/>
          </a:prstGeom>
          <a:ln>
            <a:noFill/>
          </a:ln>
        </p:spPr>
      </p:pic>
      <p:pic>
        <p:nvPicPr>
          <p:cNvPr id="133" name="Рисунок 32">
            <a:extLst>
              <a:ext uri="{FF2B5EF4-FFF2-40B4-BE49-F238E27FC236}">
                <a16:creationId xmlns:a16="http://schemas.microsoft.com/office/drawing/2014/main" id="{28A822F0-5483-1947-B63E-7EB3CE462F4F}"/>
              </a:ext>
            </a:extLst>
          </p:cNvPr>
          <p:cNvPicPr>
            <a:picLocks noChangeAspect="1"/>
          </p:cNvPicPr>
          <p:nvPr userDrawn="1"/>
        </p:nvPicPr>
        <p:blipFill>
          <a:blip r:embed="rId50"/>
          <a:stretch>
            <a:fillRect/>
          </a:stretch>
        </p:blipFill>
        <p:spPr>
          <a:xfrm>
            <a:off x="3081358" y="4035311"/>
            <a:ext cx="555585" cy="147704"/>
          </a:xfrm>
          <a:prstGeom prst="rect">
            <a:avLst/>
          </a:prstGeom>
          <a:ln>
            <a:noFill/>
          </a:ln>
        </p:spPr>
      </p:pic>
      <p:pic>
        <p:nvPicPr>
          <p:cNvPr id="134" name="Picture 10" descr="Image result for teldar logo">
            <a:extLst>
              <a:ext uri="{FF2B5EF4-FFF2-40B4-BE49-F238E27FC236}">
                <a16:creationId xmlns:a16="http://schemas.microsoft.com/office/drawing/2014/main" id="{8B528C0F-6308-AC45-9038-25C086B5A60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6449" y="3734219"/>
            <a:ext cx="438892" cy="130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5" name="Picture 28" descr="Image result for mg holidays logo">
            <a:extLst>
              <a:ext uri="{FF2B5EF4-FFF2-40B4-BE49-F238E27FC236}">
                <a16:creationId xmlns:a16="http://schemas.microsoft.com/office/drawing/2014/main" id="{FB4B8571-60AC-0B48-9091-41CAB49423F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2" cstate="hqprint">
            <a:extLst>
              <a:ext uri="{BEBA8EAE-BF5A-486C-A8C5-ECC9F3942E4B}">
                <a14:imgProps xmlns:a14="http://schemas.microsoft.com/office/drawing/2010/main">
                  <a14:imgLayer r:embed="rId53">
                    <a14:imgEffect>
                      <a14:backgroundRemoval t="9412" b="89412" l="9420" r="92754">
                        <a14:foregroundMark x1="38406" y1="25882" x2="38406" y2="25882"/>
                        <a14:foregroundMark x1="52899" y1="72941" x2="52899" y2="72941"/>
                        <a14:foregroundMark x1="60870" y1="72941" x2="60870" y2="72941"/>
                        <a14:foregroundMark x1="71014" y1="74118" x2="71014" y2="74118"/>
                        <a14:foregroundMark x1="79710" y1="82353" x2="79710" y2="82353"/>
                        <a14:foregroundMark x1="92754" y1="77647" x2="92754" y2="77647"/>
                        <a14:backgroundMark x1="53623" y1="78824" x2="53623" y2="78824"/>
                        <a14:backgroundMark x1="68841" y1="81176" x2="68841" y2="8117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5258" y="5410330"/>
            <a:ext cx="382859" cy="2346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6" name="Picture 30" descr="Image result for roomer logo">
            <a:extLst>
              <a:ext uri="{FF2B5EF4-FFF2-40B4-BE49-F238E27FC236}">
                <a16:creationId xmlns:a16="http://schemas.microsoft.com/office/drawing/2014/main" id="{7AF27AF7-0151-A543-8AF0-63C0E3702C4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24720"/>
          <a:stretch/>
        </p:blipFill>
        <p:spPr bwMode="auto">
          <a:xfrm>
            <a:off x="7582650" y="5144877"/>
            <a:ext cx="567220" cy="1769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7" name="Picture 6" descr="Image result for hoteque logo">
            <a:extLst>
              <a:ext uri="{FF2B5EF4-FFF2-40B4-BE49-F238E27FC236}">
                <a16:creationId xmlns:a16="http://schemas.microsoft.com/office/drawing/2014/main" id="{08C8CD79-FDF9-9E44-9644-89F8A637B8D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5486" y="3995317"/>
            <a:ext cx="509757" cy="227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8" name="Picture 8" descr="Image result for jtb global logo">
            <a:extLst>
              <a:ext uri="{FF2B5EF4-FFF2-40B4-BE49-F238E27FC236}">
                <a16:creationId xmlns:a16="http://schemas.microsoft.com/office/drawing/2014/main" id="{6A4EC420-A5C0-F84F-891C-3D317103880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1779" y="5381949"/>
            <a:ext cx="472566" cy="291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9" name="Picture 16" descr="Image result for Snaptravel logo">
            <a:extLst>
              <a:ext uri="{FF2B5EF4-FFF2-40B4-BE49-F238E27FC236}">
                <a16:creationId xmlns:a16="http://schemas.microsoft.com/office/drawing/2014/main" id="{38F8394D-2F39-1D49-9A9F-6705CC6A896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5985" y="2386898"/>
            <a:ext cx="749187" cy="249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0" name="Picture 26" descr="Related image">
            <a:extLst>
              <a:ext uri="{FF2B5EF4-FFF2-40B4-BE49-F238E27FC236}">
                <a16:creationId xmlns:a16="http://schemas.microsoft.com/office/drawing/2014/main" id="{A64216DF-579B-8642-85A9-180D57EE4C9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1688" y="4355653"/>
            <a:ext cx="291382" cy="291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1" name="Picture 30">
            <a:extLst>
              <a:ext uri="{FF2B5EF4-FFF2-40B4-BE49-F238E27FC236}">
                <a16:creationId xmlns:a16="http://schemas.microsoft.com/office/drawing/2014/main" id="{758E7B2E-AE1B-C445-BFC5-7624D494037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73954" y="2103866"/>
            <a:ext cx="385202" cy="208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2" name="Picture 34" descr="https://www.hoteltrader.com/Hotel_Trader/images/logo-50-hotel-trader.png">
            <a:extLst>
              <a:ext uri="{FF2B5EF4-FFF2-40B4-BE49-F238E27FC236}">
                <a16:creationId xmlns:a16="http://schemas.microsoft.com/office/drawing/2014/main" id="{FF45A857-9C7F-3348-A64E-A82721BD0E0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6246" y="2429787"/>
            <a:ext cx="613937" cy="158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4" name="Рисунок 37">
            <a:extLst>
              <a:ext uri="{FF2B5EF4-FFF2-40B4-BE49-F238E27FC236}">
                <a16:creationId xmlns:a16="http://schemas.microsoft.com/office/drawing/2014/main" id="{A5775CA7-AFFE-9B40-93CC-C501E99AF1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1"/>
          <a:srcRect t="37275" b="37175"/>
          <a:stretch/>
        </p:blipFill>
        <p:spPr>
          <a:xfrm>
            <a:off x="1751439" y="2374940"/>
            <a:ext cx="824951" cy="210774"/>
          </a:xfrm>
          <a:prstGeom prst="rect">
            <a:avLst/>
          </a:prstGeom>
          <a:ln>
            <a:noFill/>
          </a:ln>
        </p:spPr>
      </p:pic>
      <p:sp>
        <p:nvSpPr>
          <p:cNvPr id="145" name="Скругленный прямоугольник 304">
            <a:extLst>
              <a:ext uri="{FF2B5EF4-FFF2-40B4-BE49-F238E27FC236}">
                <a16:creationId xmlns:a16="http://schemas.microsoft.com/office/drawing/2014/main" id="{474D165A-E3A7-A240-817D-83BE05324D8E}"/>
              </a:ext>
            </a:extLst>
          </p:cNvPr>
          <p:cNvSpPr/>
          <p:nvPr userDrawn="1"/>
        </p:nvSpPr>
        <p:spPr>
          <a:xfrm>
            <a:off x="739876" y="2900096"/>
            <a:ext cx="7578778" cy="1926028"/>
          </a:xfrm>
          <a:prstGeom prst="roundRect">
            <a:avLst>
              <a:gd name="adj" fmla="val 4231"/>
            </a:avLst>
          </a:prstGeom>
          <a:noFill/>
          <a:ln w="6350">
            <a:solidFill>
              <a:srgbClr val="9205D9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9205D9">
                  <a:alpha val="50000"/>
                </a:srgbClr>
              </a:solidFill>
            </a:endParaRPr>
          </a:p>
        </p:txBody>
      </p:sp>
      <p:sp>
        <p:nvSpPr>
          <p:cNvPr id="146" name="Rectangle 162">
            <a:extLst>
              <a:ext uri="{FF2B5EF4-FFF2-40B4-BE49-F238E27FC236}">
                <a16:creationId xmlns:a16="http://schemas.microsoft.com/office/drawing/2014/main" id="{59DF3767-2D17-5F4F-9B75-0CB5E0ED5C70}"/>
              </a:ext>
            </a:extLst>
          </p:cNvPr>
          <p:cNvSpPr/>
          <p:nvPr userDrawn="1"/>
        </p:nvSpPr>
        <p:spPr>
          <a:xfrm rot="16200000">
            <a:off x="233897" y="3077898"/>
            <a:ext cx="715260" cy="276999"/>
          </a:xfrm>
          <a:prstGeom prst="rect">
            <a:avLst/>
          </a:prstGeom>
        </p:spPr>
        <p:txBody>
          <a:bodyPr wrap="none">
            <a:no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 sz="1200" b="1" dirty="0">
                <a:solidFill>
                  <a:srgbClr val="9205D9"/>
                </a:solidFill>
                <a:latin typeface="Arial" panose="020B0604020202020204" pitchFamily="34" charset="0"/>
                <a:ea typeface="Trebuchet MS" charset="0"/>
                <a:cs typeface="Arial" panose="020B0604020202020204" pitchFamily="34" charset="0"/>
              </a:rPr>
              <a:t>Europe</a:t>
            </a:r>
          </a:p>
        </p:txBody>
      </p:sp>
      <p:sp>
        <p:nvSpPr>
          <p:cNvPr id="147" name="Скругленный прямоугольник 306">
            <a:extLst>
              <a:ext uri="{FF2B5EF4-FFF2-40B4-BE49-F238E27FC236}">
                <a16:creationId xmlns:a16="http://schemas.microsoft.com/office/drawing/2014/main" id="{25A7D5E7-F5AB-2144-98C5-11CF437626A9}"/>
              </a:ext>
            </a:extLst>
          </p:cNvPr>
          <p:cNvSpPr/>
          <p:nvPr userDrawn="1"/>
        </p:nvSpPr>
        <p:spPr>
          <a:xfrm>
            <a:off x="753618" y="4964077"/>
            <a:ext cx="3357227" cy="1132863"/>
          </a:xfrm>
          <a:prstGeom prst="roundRect">
            <a:avLst>
              <a:gd name="adj" fmla="val 8048"/>
            </a:avLst>
          </a:prstGeom>
          <a:noFill/>
          <a:ln w="6350">
            <a:solidFill>
              <a:srgbClr val="FCA71D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FF8811">
                  <a:alpha val="50000"/>
                </a:srgbClr>
              </a:solidFill>
            </a:endParaRPr>
          </a:p>
        </p:txBody>
      </p:sp>
      <p:sp>
        <p:nvSpPr>
          <p:cNvPr id="148" name="Rectangle 162">
            <a:extLst>
              <a:ext uri="{FF2B5EF4-FFF2-40B4-BE49-F238E27FC236}">
                <a16:creationId xmlns:a16="http://schemas.microsoft.com/office/drawing/2014/main" id="{63684A3D-E8C3-2945-9A2A-99A76F6F76FF}"/>
              </a:ext>
            </a:extLst>
          </p:cNvPr>
          <p:cNvSpPr/>
          <p:nvPr userDrawn="1"/>
        </p:nvSpPr>
        <p:spPr>
          <a:xfrm rot="16200000">
            <a:off x="334715" y="5045917"/>
            <a:ext cx="508473" cy="276999"/>
          </a:xfrm>
          <a:prstGeom prst="rect">
            <a:avLst/>
          </a:prstGeom>
        </p:spPr>
        <p:txBody>
          <a:bodyPr wrap="none">
            <a:no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 sz="1200" b="1" dirty="0">
                <a:solidFill>
                  <a:srgbClr val="FCA71D"/>
                </a:solidFill>
                <a:latin typeface="Arial" panose="020B0604020202020204" pitchFamily="34" charset="0"/>
                <a:ea typeface="Trebuchet MS" charset="0"/>
                <a:cs typeface="Arial" panose="020B0604020202020204" pitchFamily="34" charset="0"/>
              </a:rPr>
              <a:t>Asia</a:t>
            </a:r>
          </a:p>
        </p:txBody>
      </p:sp>
      <p:sp>
        <p:nvSpPr>
          <p:cNvPr id="149" name="Скругленный прямоугольник 308">
            <a:extLst>
              <a:ext uri="{FF2B5EF4-FFF2-40B4-BE49-F238E27FC236}">
                <a16:creationId xmlns:a16="http://schemas.microsoft.com/office/drawing/2014/main" id="{E50A15E2-2DC2-D243-B4CB-E94BEDFBF453}"/>
              </a:ext>
            </a:extLst>
          </p:cNvPr>
          <p:cNvSpPr/>
          <p:nvPr userDrawn="1"/>
        </p:nvSpPr>
        <p:spPr>
          <a:xfrm>
            <a:off x="4636397" y="1936141"/>
            <a:ext cx="3678341" cy="829266"/>
          </a:xfrm>
          <a:prstGeom prst="roundRect">
            <a:avLst>
              <a:gd name="adj" fmla="val 6945"/>
            </a:avLst>
          </a:prstGeom>
          <a:noFill/>
          <a:ln w="6350">
            <a:solidFill>
              <a:srgbClr val="057CD7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150" name="Rectangle 162">
            <a:extLst>
              <a:ext uri="{FF2B5EF4-FFF2-40B4-BE49-F238E27FC236}">
                <a16:creationId xmlns:a16="http://schemas.microsoft.com/office/drawing/2014/main" id="{34955936-A2E4-DE41-9946-7903CAAE0428}"/>
              </a:ext>
            </a:extLst>
          </p:cNvPr>
          <p:cNvSpPr/>
          <p:nvPr userDrawn="1"/>
        </p:nvSpPr>
        <p:spPr>
          <a:xfrm rot="16200000">
            <a:off x="4242095" y="2030550"/>
            <a:ext cx="514885" cy="276999"/>
          </a:xfrm>
          <a:prstGeom prst="rect">
            <a:avLst/>
          </a:prstGeom>
        </p:spPr>
        <p:txBody>
          <a:bodyPr wrap="none">
            <a:no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 sz="1200" b="1" dirty="0">
                <a:solidFill>
                  <a:srgbClr val="057CD7"/>
                </a:solidFill>
                <a:latin typeface="Arial" panose="020B0604020202020204" pitchFamily="34" charset="0"/>
                <a:ea typeface="Trebuchet MS" charset="0"/>
                <a:cs typeface="Arial" panose="020B0604020202020204" pitchFamily="34" charset="0"/>
              </a:rPr>
              <a:t>USA</a:t>
            </a:r>
          </a:p>
        </p:txBody>
      </p:sp>
      <p:sp>
        <p:nvSpPr>
          <p:cNvPr id="151" name="Скругленный прямоугольник 223">
            <a:extLst>
              <a:ext uri="{FF2B5EF4-FFF2-40B4-BE49-F238E27FC236}">
                <a16:creationId xmlns:a16="http://schemas.microsoft.com/office/drawing/2014/main" id="{ACEE5653-55E7-484E-8335-F43245FB888B}"/>
              </a:ext>
            </a:extLst>
          </p:cNvPr>
          <p:cNvSpPr/>
          <p:nvPr userDrawn="1"/>
        </p:nvSpPr>
        <p:spPr>
          <a:xfrm>
            <a:off x="4633978" y="4979979"/>
            <a:ext cx="3661336" cy="870779"/>
          </a:xfrm>
          <a:prstGeom prst="roundRect">
            <a:avLst>
              <a:gd name="adj" fmla="val 8048"/>
            </a:avLst>
          </a:prstGeom>
          <a:noFill/>
          <a:ln w="6350">
            <a:solidFill>
              <a:srgbClr val="04C8BD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04C8BD">
                  <a:alpha val="50000"/>
                </a:srgbClr>
              </a:solidFill>
            </a:endParaRPr>
          </a:p>
        </p:txBody>
      </p:sp>
      <p:sp>
        <p:nvSpPr>
          <p:cNvPr id="152" name="Rectangle 162">
            <a:extLst>
              <a:ext uri="{FF2B5EF4-FFF2-40B4-BE49-F238E27FC236}">
                <a16:creationId xmlns:a16="http://schemas.microsoft.com/office/drawing/2014/main" id="{251CD445-B71A-3843-BD84-1D846484AB9B}"/>
              </a:ext>
            </a:extLst>
          </p:cNvPr>
          <p:cNvSpPr/>
          <p:nvPr userDrawn="1"/>
        </p:nvSpPr>
        <p:spPr>
          <a:xfrm rot="16200000">
            <a:off x="3950994" y="5269295"/>
            <a:ext cx="1040670" cy="276999"/>
          </a:xfrm>
          <a:prstGeom prst="rect">
            <a:avLst/>
          </a:prstGeom>
        </p:spPr>
        <p:txBody>
          <a:bodyPr wrap="none">
            <a:no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 sz="1200" b="1" dirty="0">
                <a:solidFill>
                  <a:srgbClr val="04C8BD"/>
                </a:solidFill>
                <a:latin typeface="Arial" panose="020B0604020202020204" pitchFamily="34" charset="0"/>
                <a:ea typeface="Trebuchet MS" charset="0"/>
                <a:cs typeface="Arial" panose="020B0604020202020204" pitchFamily="34" charset="0"/>
              </a:rPr>
              <a:t>Middle East</a:t>
            </a:r>
          </a:p>
        </p:txBody>
      </p:sp>
      <p:pic>
        <p:nvPicPr>
          <p:cNvPr id="153" name="Picture 2" descr="ÐÐ°ÑÑÐ¸Ð½ÐºÐ¸ Ð¿Ð¾ Ð·Ð°Ð¿ÑÐ¾ÑÑ expedia">
            <a:extLst>
              <a:ext uri="{FF2B5EF4-FFF2-40B4-BE49-F238E27FC236}">
                <a16:creationId xmlns:a16="http://schemas.microsoft.com/office/drawing/2014/main" id="{C066BC6C-A6A4-6141-BC7C-B3CF809D49A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317" y="1969477"/>
            <a:ext cx="634786" cy="464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4" name="Picture 2" descr="Image result for goglobal logo">
            <a:extLst>
              <a:ext uri="{FF2B5EF4-FFF2-40B4-BE49-F238E27FC236}">
                <a16:creationId xmlns:a16="http://schemas.microsoft.com/office/drawing/2014/main" id="{D3958286-5098-274A-8AEC-8CA0ABD2BEF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1867" y="5481463"/>
            <a:ext cx="686101" cy="19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5" name="Picture 4">
            <a:extLst>
              <a:ext uri="{FF2B5EF4-FFF2-40B4-BE49-F238E27FC236}">
                <a16:creationId xmlns:a16="http://schemas.microsoft.com/office/drawing/2014/main" id="{2439A828-04CC-C04A-9BB7-A33F17EBB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329122" y="2102017"/>
            <a:ext cx="728853" cy="206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6" name="Picture 10">
            <a:extLst>
              <a:ext uri="{FF2B5EF4-FFF2-40B4-BE49-F238E27FC236}">
                <a16:creationId xmlns:a16="http://schemas.microsoft.com/office/drawing/2014/main" id="{4DA47A9C-4D64-6448-9BFA-2876849EE68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65898" y="5425209"/>
            <a:ext cx="307368" cy="204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7" name="Picture 2">
            <a:extLst>
              <a:ext uri="{FF2B5EF4-FFF2-40B4-BE49-F238E27FC236}">
                <a16:creationId xmlns:a16="http://schemas.microsoft.com/office/drawing/2014/main" id="{6ED42011-B275-9B47-B2E6-CB2ED26A64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879748" y="5109764"/>
            <a:ext cx="625260" cy="2471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8" name="Picture 2" descr="ÐÐ°ÑÑÐ¸Ð½ÐºÐ¸ Ð¿Ð¾ Ð·Ð°Ð¿ÑÐ¾ÑÑ tboholidays">
            <a:extLst>
              <a:ext uri="{FF2B5EF4-FFF2-40B4-BE49-F238E27FC236}">
                <a16:creationId xmlns:a16="http://schemas.microsoft.com/office/drawing/2014/main" id="{3B95DE38-354C-4447-B516-76BFC4CBB3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7" cstate="hqprint">
            <a:extLst>
              <a:ext uri="{BEBA8EAE-BF5A-486C-A8C5-ECC9F3942E4B}">
                <a14:imgProps xmlns:a14="http://schemas.microsoft.com/office/drawing/2010/main">
                  <a14:imgLayer r:embed="rId68">
                    <a14:imgEffect>
                      <a14:backgroundRemoval t="10000" b="90000" l="5176" r="96484">
                        <a14:foregroundMark x1="5273" y1="50294" x2="5273" y2="50294"/>
                        <a14:foregroundMark x1="26172" y1="50588" x2="26172" y2="50588"/>
                        <a14:foregroundMark x1="32227" y1="46618" x2="32227" y2="46618"/>
                        <a14:foregroundMark x1="44141" y1="51029" x2="44141" y2="51029"/>
                        <a14:foregroundMark x1="52441" y1="45882" x2="52441" y2="45882"/>
                        <a14:foregroundMark x1="58789" y1="50882" x2="58789" y2="50882"/>
                        <a14:foregroundMark x1="59180" y1="45000" x2="59180" y2="45000"/>
                        <a14:foregroundMark x1="67383" y1="50588" x2="67383" y2="50588"/>
                        <a14:foregroundMark x1="77832" y1="50588" x2="77832" y2="50588"/>
                        <a14:foregroundMark x1="83008" y1="51471" x2="83008" y2="51471"/>
                        <a14:foregroundMark x1="93066" y1="50882" x2="93066" y2="50882"/>
                        <a14:foregroundMark x1="96484" y1="59412" x2="96484" y2="59412"/>
                        <a14:foregroundMark x1="23828" y1="51618" x2="23828" y2="51618"/>
                        <a14:foregroundMark x1="16797" y1="50735" x2="16797" y2="5073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5115" y="5621767"/>
            <a:ext cx="730249" cy="484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9" name="Рисунок 148">
            <a:extLst>
              <a:ext uri="{FF2B5EF4-FFF2-40B4-BE49-F238E27FC236}">
                <a16:creationId xmlns:a16="http://schemas.microsoft.com/office/drawing/2014/main" id="{BA00846F-3A93-E940-BA31-5AFEA11957AE}"/>
              </a:ext>
            </a:extLst>
          </p:cNvPr>
          <p:cNvPicPr>
            <a:picLocks noChangeAspect="1"/>
          </p:cNvPicPr>
          <p:nvPr userDrawn="1"/>
        </p:nvPicPr>
        <p:blipFill>
          <a:blip r:embed="rId6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3356" y="2054039"/>
            <a:ext cx="596995" cy="357750"/>
          </a:xfrm>
          <a:prstGeom prst="rect">
            <a:avLst/>
          </a:prstGeom>
        </p:spPr>
      </p:pic>
      <p:pic>
        <p:nvPicPr>
          <p:cNvPr id="160" name="Picture 2" descr="ÐÐ°ÑÑÐ¸Ð½ÐºÐ¸ Ð¿Ð¾ Ð·Ð°Ð¿ÑÐ¾ÑÑ amadeus logo">
            <a:extLst>
              <a:ext uri="{FF2B5EF4-FFF2-40B4-BE49-F238E27FC236}">
                <a16:creationId xmlns:a16="http://schemas.microsoft.com/office/drawing/2014/main" id="{AAB3E9C9-FF84-9944-BA77-6B1520DF20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8016" y="2444508"/>
            <a:ext cx="484123" cy="64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1" name="Picture 4" descr="https://www.escalabeds.com/handlers/ImageRequest.ashx?path=%2fimg%2flogo_white.png&amp;mediaSize=lg&amp;imgSize=original">
            <a:extLst>
              <a:ext uri="{FF2B5EF4-FFF2-40B4-BE49-F238E27FC236}">
                <a16:creationId xmlns:a16="http://schemas.microsoft.com/office/drawing/2014/main" id="{0C19C125-58B1-904A-BF25-7B6A2136C2E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8840" y="2157455"/>
            <a:ext cx="681536" cy="149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2" name="Picture 6" descr="ÐÐ°ÑÑÐ¸Ð½ÐºÐ¸ Ð¿Ð¾ Ð·Ð°Ð¿ÑÐ¾ÑÑ bestbuy hotel">
            <a:extLst>
              <a:ext uri="{FF2B5EF4-FFF2-40B4-BE49-F238E27FC236}">
                <a16:creationId xmlns:a16="http://schemas.microsoft.com/office/drawing/2014/main" id="{D4121366-CBB4-204B-A3CA-73435DE69EC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8758" y="2399624"/>
            <a:ext cx="595836" cy="165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" name="Рисунок 2">
            <a:extLst>
              <a:ext uri="{FF2B5EF4-FFF2-40B4-BE49-F238E27FC236}">
                <a16:creationId xmlns:a16="http://schemas.microsoft.com/office/drawing/2014/main" id="{4A04C9DB-CF8E-274E-AD81-21E03B68C3A9}"/>
              </a:ext>
            </a:extLst>
          </p:cNvPr>
          <p:cNvPicPr>
            <a:picLocks noChangeAspect="1"/>
          </p:cNvPicPr>
          <p:nvPr userDrawn="1"/>
        </p:nvPicPr>
        <p:blipFill>
          <a:blip r:embed="rId7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8062" y="2898954"/>
            <a:ext cx="649800" cy="487350"/>
          </a:xfrm>
          <a:prstGeom prst="rect">
            <a:avLst/>
          </a:prstGeom>
        </p:spPr>
      </p:pic>
      <p:pic>
        <p:nvPicPr>
          <p:cNvPr id="164" name="Рисунок 4">
            <a:extLst>
              <a:ext uri="{FF2B5EF4-FFF2-40B4-BE49-F238E27FC236}">
                <a16:creationId xmlns:a16="http://schemas.microsoft.com/office/drawing/2014/main" id="{614C7AD4-41FA-4644-9088-7790B4982BA7}"/>
              </a:ext>
            </a:extLst>
          </p:cNvPr>
          <p:cNvPicPr>
            <a:picLocks noChangeAspect="1"/>
          </p:cNvPicPr>
          <p:nvPr userDrawn="1"/>
        </p:nvPicPr>
        <p:blipFill>
          <a:blip r:embed="rId7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7526" y="2957459"/>
            <a:ext cx="555511" cy="370341"/>
          </a:xfrm>
          <a:prstGeom prst="rect">
            <a:avLst/>
          </a:prstGeom>
        </p:spPr>
      </p:pic>
      <p:pic>
        <p:nvPicPr>
          <p:cNvPr id="165" name="Рисунок 6">
            <a:extLst>
              <a:ext uri="{FF2B5EF4-FFF2-40B4-BE49-F238E27FC236}">
                <a16:creationId xmlns:a16="http://schemas.microsoft.com/office/drawing/2014/main" id="{34A3B339-EF42-5349-B376-37C38116EB68}"/>
              </a:ext>
            </a:extLst>
          </p:cNvPr>
          <p:cNvPicPr>
            <a:picLocks noChangeAspect="1"/>
          </p:cNvPicPr>
          <p:nvPr userDrawn="1"/>
        </p:nvPicPr>
        <p:blipFill>
          <a:blip r:embed="rId7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5670" y="3010551"/>
            <a:ext cx="471140" cy="264157"/>
          </a:xfrm>
          <a:prstGeom prst="rect">
            <a:avLst/>
          </a:prstGeom>
        </p:spPr>
      </p:pic>
      <p:pic>
        <p:nvPicPr>
          <p:cNvPr id="166" name="Picture 8" descr="ÐÐ°ÑÑÐ¸Ð½ÐºÐ¸ Ð¿Ð¾ Ð·Ð°Ð¿ÑÐ¾ÑÑ total stay">
            <a:extLst>
              <a:ext uri="{FF2B5EF4-FFF2-40B4-BE49-F238E27FC236}">
                <a16:creationId xmlns:a16="http://schemas.microsoft.com/office/drawing/2014/main" id="{EF80DE11-098D-B54F-9868-647A191A247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9443" y="3080870"/>
            <a:ext cx="599446" cy="123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7" name="Рисунок 8">
            <a:extLst>
              <a:ext uri="{FF2B5EF4-FFF2-40B4-BE49-F238E27FC236}">
                <a16:creationId xmlns:a16="http://schemas.microsoft.com/office/drawing/2014/main" id="{4EAACF9D-64EA-FC48-94F8-40047B233CE1}"/>
              </a:ext>
            </a:extLst>
          </p:cNvPr>
          <p:cNvPicPr>
            <a:picLocks noChangeAspect="1"/>
          </p:cNvPicPr>
          <p:nvPr userDrawn="1"/>
        </p:nvPicPr>
        <p:blipFill>
          <a:blip r:embed="rId7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8269" y="2999763"/>
            <a:ext cx="561637" cy="285733"/>
          </a:xfrm>
          <a:prstGeom prst="rect">
            <a:avLst/>
          </a:prstGeom>
        </p:spPr>
      </p:pic>
      <p:pic>
        <p:nvPicPr>
          <p:cNvPr id="168" name="Рисунок 149">
            <a:extLst>
              <a:ext uri="{FF2B5EF4-FFF2-40B4-BE49-F238E27FC236}">
                <a16:creationId xmlns:a16="http://schemas.microsoft.com/office/drawing/2014/main" id="{72AB4240-F3D0-AB44-A382-DBAE570D39C2}"/>
              </a:ext>
            </a:extLst>
          </p:cNvPr>
          <p:cNvPicPr>
            <a:picLocks noChangeAspect="1"/>
          </p:cNvPicPr>
          <p:nvPr userDrawn="1"/>
        </p:nvPicPr>
        <p:blipFill>
          <a:blip r:embed="rId7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4045" y="3366786"/>
            <a:ext cx="421158" cy="188995"/>
          </a:xfrm>
          <a:prstGeom prst="rect">
            <a:avLst/>
          </a:prstGeom>
        </p:spPr>
      </p:pic>
      <p:pic>
        <p:nvPicPr>
          <p:cNvPr id="169" name="Рисунок 9">
            <a:extLst>
              <a:ext uri="{FF2B5EF4-FFF2-40B4-BE49-F238E27FC236}">
                <a16:creationId xmlns:a16="http://schemas.microsoft.com/office/drawing/2014/main" id="{7489C9CF-4852-5E4D-84E0-01D2016B2A48}"/>
              </a:ext>
            </a:extLst>
          </p:cNvPr>
          <p:cNvPicPr>
            <a:picLocks noChangeAspect="1"/>
          </p:cNvPicPr>
          <p:nvPr userDrawn="1"/>
        </p:nvPicPr>
        <p:blipFill>
          <a:blip r:embed="rId7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8581" y="3346014"/>
            <a:ext cx="521403" cy="230538"/>
          </a:xfrm>
          <a:prstGeom prst="rect">
            <a:avLst/>
          </a:prstGeom>
        </p:spPr>
      </p:pic>
      <p:pic>
        <p:nvPicPr>
          <p:cNvPr id="170" name="Рисунок 11">
            <a:extLst>
              <a:ext uri="{FF2B5EF4-FFF2-40B4-BE49-F238E27FC236}">
                <a16:creationId xmlns:a16="http://schemas.microsoft.com/office/drawing/2014/main" id="{C5F60AED-9F29-634C-BE58-95BB0EDEDBE1}"/>
              </a:ext>
            </a:extLst>
          </p:cNvPr>
          <p:cNvPicPr>
            <a:picLocks noChangeAspect="1"/>
          </p:cNvPicPr>
          <p:nvPr userDrawn="1"/>
        </p:nvPicPr>
        <p:blipFill>
          <a:blip r:embed="rId8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6526" y="3353864"/>
            <a:ext cx="673681" cy="214839"/>
          </a:xfrm>
          <a:prstGeom prst="rect">
            <a:avLst/>
          </a:prstGeom>
        </p:spPr>
      </p:pic>
      <p:pic>
        <p:nvPicPr>
          <p:cNvPr id="171" name="Рисунок 12">
            <a:extLst>
              <a:ext uri="{FF2B5EF4-FFF2-40B4-BE49-F238E27FC236}">
                <a16:creationId xmlns:a16="http://schemas.microsoft.com/office/drawing/2014/main" id="{657C949E-2728-FB48-8AF8-3472D11EBE2B}"/>
              </a:ext>
            </a:extLst>
          </p:cNvPr>
          <p:cNvPicPr>
            <a:picLocks noChangeAspect="1"/>
          </p:cNvPicPr>
          <p:nvPr userDrawn="1"/>
        </p:nvPicPr>
        <p:blipFill>
          <a:blip r:embed="rId8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7559" y="3253405"/>
            <a:ext cx="415756" cy="415756"/>
          </a:xfrm>
          <a:prstGeom prst="rect">
            <a:avLst/>
          </a:prstGeom>
        </p:spPr>
      </p:pic>
      <p:pic>
        <p:nvPicPr>
          <p:cNvPr id="172" name="Рисунок 13">
            <a:extLst>
              <a:ext uri="{FF2B5EF4-FFF2-40B4-BE49-F238E27FC236}">
                <a16:creationId xmlns:a16="http://schemas.microsoft.com/office/drawing/2014/main" id="{32516825-3098-7646-9BE4-0B272AF888E4}"/>
              </a:ext>
            </a:extLst>
          </p:cNvPr>
          <p:cNvPicPr>
            <a:picLocks noChangeAspect="1"/>
          </p:cNvPicPr>
          <p:nvPr userDrawn="1"/>
        </p:nvPicPr>
        <p:blipFill>
          <a:blip r:embed="rId8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139" y="3653939"/>
            <a:ext cx="828214" cy="291058"/>
          </a:xfrm>
          <a:prstGeom prst="rect">
            <a:avLst/>
          </a:prstGeom>
        </p:spPr>
      </p:pic>
      <p:pic>
        <p:nvPicPr>
          <p:cNvPr id="173" name="Рисунок 15">
            <a:extLst>
              <a:ext uri="{FF2B5EF4-FFF2-40B4-BE49-F238E27FC236}">
                <a16:creationId xmlns:a16="http://schemas.microsoft.com/office/drawing/2014/main" id="{7CC7784D-A59B-224D-96E8-736BEC68321D}"/>
              </a:ext>
            </a:extLst>
          </p:cNvPr>
          <p:cNvPicPr>
            <a:picLocks noChangeAspect="1"/>
          </p:cNvPicPr>
          <p:nvPr userDrawn="1"/>
        </p:nvPicPr>
        <p:blipFill>
          <a:blip r:embed="rId8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6124" y="3715130"/>
            <a:ext cx="424468" cy="168677"/>
          </a:xfrm>
          <a:prstGeom prst="rect">
            <a:avLst/>
          </a:prstGeom>
        </p:spPr>
      </p:pic>
      <p:pic>
        <p:nvPicPr>
          <p:cNvPr id="174" name="Рисунок 150">
            <a:extLst>
              <a:ext uri="{FF2B5EF4-FFF2-40B4-BE49-F238E27FC236}">
                <a16:creationId xmlns:a16="http://schemas.microsoft.com/office/drawing/2014/main" id="{AFBD1280-2D2A-7D47-8177-BFAB27388D5F}"/>
              </a:ext>
            </a:extLst>
          </p:cNvPr>
          <p:cNvPicPr>
            <a:picLocks noChangeAspect="1"/>
          </p:cNvPicPr>
          <p:nvPr userDrawn="1"/>
        </p:nvPicPr>
        <p:blipFill>
          <a:blip r:embed="rId8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210" y="3727245"/>
            <a:ext cx="505565" cy="144447"/>
          </a:xfrm>
          <a:prstGeom prst="rect">
            <a:avLst/>
          </a:prstGeom>
        </p:spPr>
      </p:pic>
      <p:pic>
        <p:nvPicPr>
          <p:cNvPr id="175" name="Рисунок 16">
            <a:extLst>
              <a:ext uri="{FF2B5EF4-FFF2-40B4-BE49-F238E27FC236}">
                <a16:creationId xmlns:a16="http://schemas.microsoft.com/office/drawing/2014/main" id="{8426E106-EA0E-534B-9B98-90C3F455A7A5}"/>
              </a:ext>
            </a:extLst>
          </p:cNvPr>
          <p:cNvPicPr>
            <a:picLocks noChangeAspect="1"/>
          </p:cNvPicPr>
          <p:nvPr userDrawn="1"/>
        </p:nvPicPr>
        <p:blipFill>
          <a:blip r:embed="rId8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7558" y="3726614"/>
            <a:ext cx="804314" cy="145709"/>
          </a:xfrm>
          <a:prstGeom prst="rect">
            <a:avLst/>
          </a:prstGeom>
        </p:spPr>
      </p:pic>
      <p:pic>
        <p:nvPicPr>
          <p:cNvPr id="176" name="Picture 12" descr="ÐÐ°ÑÑÐ¸Ð½ÐºÐ¸ Ð¿Ð¾ Ð·Ð°Ð¿ÑÐ¾ÑÑ gartour by destination">
            <a:extLst>
              <a:ext uri="{FF2B5EF4-FFF2-40B4-BE49-F238E27FC236}">
                <a16:creationId xmlns:a16="http://schemas.microsoft.com/office/drawing/2014/main" id="{1FE2360B-891B-5441-822F-93EDBEECCDB9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86" cstate="hqprint">
            <a:extLst>
              <a:ext uri="{BEBA8EAE-BF5A-486C-A8C5-ECC9F3942E4B}">
                <a14:imgProps xmlns:a14="http://schemas.microsoft.com/office/drawing/2010/main">
                  <a14:imgLayer r:embed="rId87">
                    <a14:imgEffect>
                      <a14:backgroundRemoval t="9677" b="89753" l="59113" r="96957">
                        <a14:foregroundMark x1="65642" y1="44213" x2="65642" y2="44213"/>
                        <a14:foregroundMark x1="71537" y1="39658" x2="71537" y2="39658"/>
                        <a14:foregroundMark x1="59113" y1="36243" x2="59113" y2="36243"/>
                        <a14:foregroundMark x1="74453" y1="41176" x2="74453" y2="41176"/>
                        <a14:foregroundMark x1="78637" y1="35484" x2="78637" y2="35484"/>
                        <a14:foregroundMark x1="82504" y1="40797" x2="82504" y2="40797"/>
                        <a14:foregroundMark x1="88653" y1="40038" x2="88653" y2="40038"/>
                        <a14:foregroundMark x1="96957" y1="35484" x2="96957" y2="35484"/>
                        <a14:foregroundMark x1="96609" y1="79507" x2="96609" y2="79507"/>
                        <a14:foregroundMark x1="94865" y1="75712" x2="94865" y2="75712"/>
                        <a14:foregroundMark x1="92773" y1="76471" x2="92773" y2="76471"/>
                        <a14:foregroundMark x1="90745" y1="75522" x2="90745" y2="75522"/>
                        <a14:foregroundMark x1="88526" y1="74573" x2="88526" y2="74573"/>
                        <a14:foregroundMark x1="86624" y1="75332" x2="86624" y2="75332"/>
                        <a14:foregroundMark x1="82409" y1="75522" x2="82409" y2="75522"/>
                        <a14:foregroundMark x1="80380" y1="74763" x2="80380" y2="74763"/>
                        <a14:foregroundMark x1="83518" y1="82543" x2="83518" y2="82543"/>
                        <a14:foregroundMark x1="77813" y1="76660" x2="77813" y2="76660"/>
                        <a14:foregroundMark x1="75911" y1="75332" x2="75911" y2="75332"/>
                        <a14:foregroundMark x1="74073" y1="79127" x2="74073" y2="79127"/>
                        <a14:foregroundMark x1="70523" y1="75522" x2="70523" y2="75522"/>
                        <a14:foregroundMark x1="67163" y1="74763" x2="67163" y2="74763"/>
                        <a14:foregroundMark x1="64818" y1="74383" x2="64818" y2="74383"/>
                        <a14:foregroundMark x1="62314" y1="74573" x2="62314" y2="74573"/>
                        <a14:foregroundMark x1="59556" y1="74573" x2="59556" y2="74573"/>
                        <a14:foregroundMark x1="68938" y1="75522" x2="68938" y2="75522"/>
                        <a14:foregroundMark x1="71569" y1="82543" x2="71569" y2="82543"/>
                        <a14:backgroundMark x1="73693" y1="78937" x2="73693" y2="78937"/>
                        <a14:backgroundMark x1="90808" y1="79317" x2="90808" y2="79317"/>
                        <a14:backgroundMark x1="97116" y1="78937" x2="97116" y2="78937"/>
                        <a14:backgroundMark x1="96799" y1="80076" x2="96799" y2="8007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6257"/>
          <a:stretch/>
        </p:blipFill>
        <p:spPr bwMode="auto">
          <a:xfrm>
            <a:off x="949338" y="3999885"/>
            <a:ext cx="572354" cy="218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7" name="Рисунок 17">
            <a:extLst>
              <a:ext uri="{FF2B5EF4-FFF2-40B4-BE49-F238E27FC236}">
                <a16:creationId xmlns:a16="http://schemas.microsoft.com/office/drawing/2014/main" id="{FE2C773C-CFC6-0C44-BADB-C2EE8B20C9B9}"/>
              </a:ext>
            </a:extLst>
          </p:cNvPr>
          <p:cNvPicPr>
            <a:picLocks noChangeAspect="1"/>
          </p:cNvPicPr>
          <p:nvPr userDrawn="1"/>
        </p:nvPicPr>
        <p:blipFill>
          <a:blip r:embed="rId8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8974" y="4009374"/>
            <a:ext cx="509565" cy="199579"/>
          </a:xfrm>
          <a:prstGeom prst="rect">
            <a:avLst/>
          </a:prstGeom>
        </p:spPr>
      </p:pic>
      <p:pic>
        <p:nvPicPr>
          <p:cNvPr id="178" name="Picture 14" descr="ÐÐ°ÑÑÐ¸Ð½ÐºÐ¸ Ð¿Ð¾ Ð·Ð°Ð¿ÑÐ¾ÑÑ stglobe">
            <a:extLst>
              <a:ext uri="{FF2B5EF4-FFF2-40B4-BE49-F238E27FC236}">
                <a16:creationId xmlns:a16="http://schemas.microsoft.com/office/drawing/2014/main" id="{96F29224-0FA2-F747-B1F7-616FB345047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9" cstate="hqprint">
            <a:extLst>
              <a:ext uri="{BEBA8EAE-BF5A-486C-A8C5-ECC9F3942E4B}">
                <a14:imgProps xmlns:a14="http://schemas.microsoft.com/office/drawing/2010/main">
                  <a14:imgLayer r:embed="rId90">
                    <a14:imgEffect>
                      <a14:backgroundRemoval t="10000" b="90000" l="6800" r="90000">
                        <a14:foregroundMark x1="13600" y1="38200" x2="13600" y2="38200"/>
                        <a14:foregroundMark x1="44200" y1="32200" x2="44200" y2="32200"/>
                        <a14:foregroundMark x1="53700" y1="40000" x2="53700" y2="40000"/>
                        <a14:foregroundMark x1="6800" y1="40600" x2="6800" y2="40600"/>
                        <a14:foregroundMark x1="64900" y1="36800" x2="64900" y2="36800"/>
                        <a14:foregroundMark x1="85700" y1="38600" x2="85700" y2="386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5821" y="3964599"/>
            <a:ext cx="578255" cy="289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9" name="Рисунок 18">
            <a:extLst>
              <a:ext uri="{FF2B5EF4-FFF2-40B4-BE49-F238E27FC236}">
                <a16:creationId xmlns:a16="http://schemas.microsoft.com/office/drawing/2014/main" id="{C1AEEAC9-EE28-9E47-843F-E3748881969A}"/>
              </a:ext>
            </a:extLst>
          </p:cNvPr>
          <p:cNvPicPr>
            <a:picLocks noChangeAspect="1"/>
          </p:cNvPicPr>
          <p:nvPr userDrawn="1"/>
        </p:nvPicPr>
        <p:blipFill>
          <a:blip r:embed="rId9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2525" y="4031442"/>
            <a:ext cx="830098" cy="155443"/>
          </a:xfrm>
          <a:prstGeom prst="rect">
            <a:avLst/>
          </a:prstGeom>
        </p:spPr>
      </p:pic>
      <p:pic>
        <p:nvPicPr>
          <p:cNvPr id="180" name="Picture 16" descr="ÐÐ¾ÑÐ¾Ð¶ÐµÐµ Ð¸Ð·Ð¾Ð±ÑÐ°Ð¶ÐµÐ½Ð¸Ðµ">
            <a:extLst>
              <a:ext uri="{FF2B5EF4-FFF2-40B4-BE49-F238E27FC236}">
                <a16:creationId xmlns:a16="http://schemas.microsoft.com/office/drawing/2014/main" id="{67020572-CB19-C146-9AC0-AF2CF5E3BC6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9905" y="4027351"/>
            <a:ext cx="774485" cy="163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1" name="Рисунок 19">
            <a:extLst>
              <a:ext uri="{FF2B5EF4-FFF2-40B4-BE49-F238E27FC236}">
                <a16:creationId xmlns:a16="http://schemas.microsoft.com/office/drawing/2014/main" id="{BF34280E-3185-8F4F-AF31-A6A86CBFB51C}"/>
              </a:ext>
            </a:extLst>
          </p:cNvPr>
          <p:cNvPicPr>
            <a:picLocks noChangeAspect="1"/>
          </p:cNvPicPr>
          <p:nvPr userDrawn="1"/>
        </p:nvPicPr>
        <p:blipFill>
          <a:blip r:embed="rId9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792" y="4270210"/>
            <a:ext cx="716710" cy="462268"/>
          </a:xfrm>
          <a:prstGeom prst="rect">
            <a:avLst/>
          </a:prstGeom>
        </p:spPr>
      </p:pic>
      <p:pic>
        <p:nvPicPr>
          <p:cNvPr id="182" name="Рисунок 20">
            <a:extLst>
              <a:ext uri="{FF2B5EF4-FFF2-40B4-BE49-F238E27FC236}">
                <a16:creationId xmlns:a16="http://schemas.microsoft.com/office/drawing/2014/main" id="{9875E31F-AC47-D343-862F-DEF889550A38}"/>
              </a:ext>
            </a:extLst>
          </p:cNvPr>
          <p:cNvPicPr>
            <a:picLocks noChangeAspect="1"/>
          </p:cNvPicPr>
          <p:nvPr userDrawn="1"/>
        </p:nvPicPr>
        <p:blipFill>
          <a:blip r:embed="rId9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1672" y="4012546"/>
            <a:ext cx="756834" cy="228627"/>
          </a:xfrm>
          <a:prstGeom prst="rect">
            <a:avLst/>
          </a:prstGeom>
        </p:spPr>
      </p:pic>
      <p:pic>
        <p:nvPicPr>
          <p:cNvPr id="183" name="Рисунок 21">
            <a:extLst>
              <a:ext uri="{FF2B5EF4-FFF2-40B4-BE49-F238E27FC236}">
                <a16:creationId xmlns:a16="http://schemas.microsoft.com/office/drawing/2014/main" id="{13A7B55A-E9E5-C543-A4B8-41126D4A54AC}"/>
              </a:ext>
            </a:extLst>
          </p:cNvPr>
          <p:cNvPicPr>
            <a:picLocks noChangeAspect="1"/>
          </p:cNvPicPr>
          <p:nvPr userDrawn="1"/>
        </p:nvPicPr>
        <p:blipFill>
          <a:blip r:embed="rId9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6799" y="4339244"/>
            <a:ext cx="370092" cy="324200"/>
          </a:xfrm>
          <a:prstGeom prst="rect">
            <a:avLst/>
          </a:prstGeom>
        </p:spPr>
      </p:pic>
      <p:pic>
        <p:nvPicPr>
          <p:cNvPr id="184" name="Picture 18" descr="https://www.roomsincloud.com/assets/img/logo-website-big-1.png">
            <a:extLst>
              <a:ext uri="{FF2B5EF4-FFF2-40B4-BE49-F238E27FC236}">
                <a16:creationId xmlns:a16="http://schemas.microsoft.com/office/drawing/2014/main" id="{E55ED8CD-9AAF-414F-B2EB-C104F62F3A6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8646" y="4367452"/>
            <a:ext cx="879860" cy="267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5" name="Picture 20" descr="ÐÐ°ÑÑÐ¸Ð½ÐºÐ¸ Ð¿Ð¾ Ð·Ð°Ð¿ÑÐ¾ÑÑ dida travel">
            <a:extLst>
              <a:ext uri="{FF2B5EF4-FFF2-40B4-BE49-F238E27FC236}">
                <a16:creationId xmlns:a16="http://schemas.microsoft.com/office/drawing/2014/main" id="{D563F598-3F60-9646-8542-373BAA8D388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2258" y="5092805"/>
            <a:ext cx="454597" cy="160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6" name="Рисунок 23">
            <a:extLst>
              <a:ext uri="{FF2B5EF4-FFF2-40B4-BE49-F238E27FC236}">
                <a16:creationId xmlns:a16="http://schemas.microsoft.com/office/drawing/2014/main" id="{BDFCD195-B561-EE41-BE34-4925BF99F42A}"/>
              </a:ext>
            </a:extLst>
          </p:cNvPr>
          <p:cNvPicPr>
            <a:picLocks noChangeAspect="1"/>
          </p:cNvPicPr>
          <p:nvPr userDrawn="1"/>
        </p:nvPicPr>
        <p:blipFill>
          <a:blip r:embed="rId9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7288" y="4990255"/>
            <a:ext cx="661113" cy="335803"/>
          </a:xfrm>
          <a:prstGeom prst="rect">
            <a:avLst/>
          </a:prstGeom>
        </p:spPr>
      </p:pic>
      <p:pic>
        <p:nvPicPr>
          <p:cNvPr id="187" name="Рисунок 24">
            <a:extLst>
              <a:ext uri="{FF2B5EF4-FFF2-40B4-BE49-F238E27FC236}">
                <a16:creationId xmlns:a16="http://schemas.microsoft.com/office/drawing/2014/main" id="{B4EDCA39-35E2-904F-A9B7-E1634ACB2DEC}"/>
              </a:ext>
            </a:extLst>
          </p:cNvPr>
          <p:cNvPicPr>
            <a:picLocks noChangeAspect="1"/>
          </p:cNvPicPr>
          <p:nvPr userDrawn="1"/>
        </p:nvPicPr>
        <p:blipFill>
          <a:blip r:embed="rId9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5638" y="5133368"/>
            <a:ext cx="617834" cy="199918"/>
          </a:xfrm>
          <a:prstGeom prst="rect">
            <a:avLst/>
          </a:prstGeom>
        </p:spPr>
      </p:pic>
      <p:pic>
        <p:nvPicPr>
          <p:cNvPr id="188" name="Рисунок 25">
            <a:extLst>
              <a:ext uri="{FF2B5EF4-FFF2-40B4-BE49-F238E27FC236}">
                <a16:creationId xmlns:a16="http://schemas.microsoft.com/office/drawing/2014/main" id="{E679CB9E-CEFA-7145-9530-D61A5DF0A2AD}"/>
              </a:ext>
            </a:extLst>
          </p:cNvPr>
          <p:cNvPicPr>
            <a:picLocks noChangeAspect="1"/>
          </p:cNvPicPr>
          <p:nvPr userDrawn="1"/>
        </p:nvPicPr>
        <p:blipFill>
          <a:blip r:embed="rId10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544" y="5349906"/>
            <a:ext cx="355519" cy="355519"/>
          </a:xfrm>
          <a:prstGeom prst="rect">
            <a:avLst/>
          </a:prstGeom>
        </p:spPr>
      </p:pic>
      <p:pic>
        <p:nvPicPr>
          <p:cNvPr id="189" name="Picture 22" descr="https://d2lzo8rjhr36c.cloudfront.net/Images/font-face/BEDlogo.png">
            <a:extLst>
              <a:ext uri="{FF2B5EF4-FFF2-40B4-BE49-F238E27FC236}">
                <a16:creationId xmlns:a16="http://schemas.microsoft.com/office/drawing/2014/main" id="{8E292A6B-CD02-184B-A601-2E620E76ADE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0609" y="5097218"/>
            <a:ext cx="713765" cy="137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0" name="Рисунок 26">
            <a:extLst>
              <a:ext uri="{FF2B5EF4-FFF2-40B4-BE49-F238E27FC236}">
                <a16:creationId xmlns:a16="http://schemas.microsoft.com/office/drawing/2014/main" id="{564CA798-67D5-9F4C-BA3B-8858EBF12232}"/>
              </a:ext>
            </a:extLst>
          </p:cNvPr>
          <p:cNvPicPr>
            <a:picLocks noChangeAspect="1"/>
          </p:cNvPicPr>
          <p:nvPr userDrawn="1"/>
        </p:nvPicPr>
        <p:blipFill>
          <a:blip r:embed="rId10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642" y="5651775"/>
            <a:ext cx="486799" cy="486799"/>
          </a:xfrm>
          <a:prstGeom prst="rect">
            <a:avLst/>
          </a:prstGeom>
        </p:spPr>
      </p:pic>
      <p:pic>
        <p:nvPicPr>
          <p:cNvPr id="191" name="Рисунок 27">
            <a:extLst>
              <a:ext uri="{FF2B5EF4-FFF2-40B4-BE49-F238E27FC236}">
                <a16:creationId xmlns:a16="http://schemas.microsoft.com/office/drawing/2014/main" id="{5F76A3CA-3467-A343-B82B-8DE5083F057D}"/>
              </a:ext>
            </a:extLst>
          </p:cNvPr>
          <p:cNvPicPr>
            <a:picLocks noChangeAspect="1"/>
          </p:cNvPicPr>
          <p:nvPr userDrawn="1"/>
        </p:nvPicPr>
        <p:blipFill>
          <a:blip r:embed="rId10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6348" y="5619780"/>
            <a:ext cx="510480" cy="510480"/>
          </a:xfrm>
          <a:prstGeom prst="rect">
            <a:avLst/>
          </a:prstGeom>
        </p:spPr>
      </p:pic>
      <p:pic>
        <p:nvPicPr>
          <p:cNvPr id="192" name="Рисунок 28">
            <a:extLst>
              <a:ext uri="{FF2B5EF4-FFF2-40B4-BE49-F238E27FC236}">
                <a16:creationId xmlns:a16="http://schemas.microsoft.com/office/drawing/2014/main" id="{3331355A-056B-874D-992E-32D3C0976F50}"/>
              </a:ext>
            </a:extLst>
          </p:cNvPr>
          <p:cNvPicPr>
            <a:picLocks noChangeAspect="1"/>
          </p:cNvPicPr>
          <p:nvPr userDrawn="1"/>
        </p:nvPicPr>
        <p:blipFill>
          <a:blip r:embed="rId10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2381" y="5428105"/>
            <a:ext cx="586951" cy="286597"/>
          </a:xfrm>
          <a:prstGeom prst="rect">
            <a:avLst/>
          </a:prstGeom>
        </p:spPr>
      </p:pic>
      <p:pic>
        <p:nvPicPr>
          <p:cNvPr id="193" name="Picture 24" descr="ÐÐ°ÑÑÐ¸Ð½ÐºÐ¸ Ð¿Ð¾ Ð·Ð°Ð¿ÑÐ¾ÑÑ desert adventures">
            <a:extLst>
              <a:ext uri="{FF2B5EF4-FFF2-40B4-BE49-F238E27FC236}">
                <a16:creationId xmlns:a16="http://schemas.microsoft.com/office/drawing/2014/main" id="{A1BA2309-2B19-8B46-9259-E56DCBA1A2A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7553" y="5471297"/>
            <a:ext cx="632169" cy="200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" name="Рисунок 29">
            <a:extLst>
              <a:ext uri="{FF2B5EF4-FFF2-40B4-BE49-F238E27FC236}">
                <a16:creationId xmlns:a16="http://schemas.microsoft.com/office/drawing/2014/main" id="{61C12047-45A6-9545-A020-9B4314483C1B}"/>
              </a:ext>
            </a:extLst>
          </p:cNvPr>
          <p:cNvPicPr>
            <a:picLocks noChangeAspect="1"/>
          </p:cNvPicPr>
          <p:nvPr userDrawn="1"/>
        </p:nvPicPr>
        <p:blipFill>
          <a:blip r:embed="rId10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0284" y="5468948"/>
            <a:ext cx="500496" cy="226952"/>
          </a:xfrm>
          <a:prstGeom prst="rect">
            <a:avLst/>
          </a:prstGeom>
        </p:spPr>
      </p:pic>
      <p:sp>
        <p:nvSpPr>
          <p:cNvPr id="196" name="Text Placeholder 18">
            <a:extLst>
              <a:ext uri="{FF2B5EF4-FFF2-40B4-BE49-F238E27FC236}">
                <a16:creationId xmlns:a16="http://schemas.microsoft.com/office/drawing/2014/main" id="{F32CE6CF-9EB9-BD44-95FC-166AB810BA66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8746071" y="1727249"/>
            <a:ext cx="2992059" cy="105085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16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1.3mln hotels in the world – more than any B2B competitor globally.</a:t>
            </a:r>
          </a:p>
        </p:txBody>
      </p:sp>
      <p:sp>
        <p:nvSpPr>
          <p:cNvPr id="197" name="Text Placeholder 18">
            <a:extLst>
              <a:ext uri="{FF2B5EF4-FFF2-40B4-BE49-F238E27FC236}">
                <a16:creationId xmlns:a16="http://schemas.microsoft.com/office/drawing/2014/main" id="{01D9705C-5C99-D348-9CCB-749EE0BF7E40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8746071" y="3417517"/>
            <a:ext cx="2992902" cy="176148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Our consolidation business model allows us to have a significant competitive advantage against any regional or local b2b player.</a:t>
            </a:r>
          </a:p>
          <a:p>
            <a:pPr lvl="0"/>
            <a:endParaRPr lang="en-US" dirty="0"/>
          </a:p>
        </p:txBody>
      </p:sp>
      <p:sp>
        <p:nvSpPr>
          <p:cNvPr id="199" name="Text Placeholder 18">
            <a:extLst>
              <a:ext uri="{FF2B5EF4-FFF2-40B4-BE49-F238E27FC236}">
                <a16:creationId xmlns:a16="http://schemas.microsoft.com/office/drawing/2014/main" id="{35AABFF5-95D7-6045-8EBD-3E243D57E48E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416063" y="1183278"/>
            <a:ext cx="6284756" cy="44170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Suppliers integrated inside our platform:</a:t>
            </a:r>
          </a:p>
        </p:txBody>
      </p:sp>
      <p:sp>
        <p:nvSpPr>
          <p:cNvPr id="202" name="Slide Number Placeholder 5">
            <a:extLst>
              <a:ext uri="{FF2B5EF4-FFF2-40B4-BE49-F238E27FC236}">
                <a16:creationId xmlns:a16="http://schemas.microsoft.com/office/drawing/2014/main" id="{4DF7802E-3105-D24F-9AE8-A63FD1ED5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02763" y="6385745"/>
            <a:ext cx="1056861" cy="365125"/>
          </a:xfrm>
          <a:prstGeom prst="rect">
            <a:avLst/>
          </a:prstGeom>
        </p:spPr>
        <p:txBody>
          <a:bodyPr anchor="ctr"/>
          <a:lstStyle>
            <a:lvl1pPr algn="r">
              <a:defRPr sz="1400">
                <a:solidFill>
                  <a:srgbClr val="A09DB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968B802-47E9-D447-A19C-33252E66520F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3" name="Text Placeholder 18">
            <a:extLst>
              <a:ext uri="{FF2B5EF4-FFF2-40B4-BE49-F238E27FC236}">
                <a16:creationId xmlns:a16="http://schemas.microsoft.com/office/drawing/2014/main" id="{56487ECB-69FE-444E-8C9B-0922EEBCF212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8747263" y="1221378"/>
            <a:ext cx="422137" cy="441707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20000"/>
              </a:lnSpc>
              <a:buNone/>
              <a:defRPr sz="3200" b="1">
                <a:solidFill>
                  <a:srgbClr val="A09DB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206" name="Text Placeholder 18">
            <a:extLst>
              <a:ext uri="{FF2B5EF4-FFF2-40B4-BE49-F238E27FC236}">
                <a16:creationId xmlns:a16="http://schemas.microsoft.com/office/drawing/2014/main" id="{399DFBF6-2372-2B4C-A58A-5EC2E5738F81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8747263" y="2923178"/>
            <a:ext cx="422137" cy="441707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20000"/>
              </a:lnSpc>
              <a:buNone/>
              <a:defRPr sz="3200" b="1">
                <a:solidFill>
                  <a:srgbClr val="A09DB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2</a:t>
            </a:r>
          </a:p>
        </p:txBody>
      </p:sp>
      <p:pic>
        <p:nvPicPr>
          <p:cNvPr id="121" name="Picture 120">
            <a:extLst>
              <a:ext uri="{FF2B5EF4-FFF2-40B4-BE49-F238E27FC236}">
                <a16:creationId xmlns:a16="http://schemas.microsoft.com/office/drawing/2014/main" id="{5746528B-EE16-234C-A7E3-C19929469646}"/>
              </a:ext>
            </a:extLst>
          </p:cNvPr>
          <p:cNvPicPr>
            <a:picLocks noChangeAspect="1"/>
          </p:cNvPicPr>
          <p:nvPr userDrawn="1"/>
        </p:nvPicPr>
        <p:blipFill>
          <a:blip r:embed="rId107"/>
          <a:stretch>
            <a:fillRect/>
          </a:stretch>
        </p:blipFill>
        <p:spPr>
          <a:xfrm>
            <a:off x="479425" y="6435198"/>
            <a:ext cx="932815" cy="251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22970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Aw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oter Placeholder 22">
            <a:extLst>
              <a:ext uri="{FF2B5EF4-FFF2-40B4-BE49-F238E27FC236}">
                <a16:creationId xmlns:a16="http://schemas.microsoft.com/office/drawing/2014/main" id="{3788DDE0-3904-514E-B965-2C8E33B7F6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89691" y="637737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ru-RU" sz="1200" kern="1200">
                <a:solidFill>
                  <a:srgbClr val="9F9CB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50" name="Text Placeholder 30">
            <a:extLst>
              <a:ext uri="{FF2B5EF4-FFF2-40B4-BE49-F238E27FC236}">
                <a16:creationId xmlns:a16="http://schemas.microsoft.com/office/drawing/2014/main" id="{37193726-5ADE-854D-B1DD-6D45DE28D79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4146" y="544282"/>
            <a:ext cx="4658359" cy="7495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ru-RU" sz="4200" b="1" kern="1200" dirty="0">
                <a:solidFill>
                  <a:srgbClr val="11076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Q2 Awards</a:t>
            </a:r>
            <a:endParaRPr lang="ru-RU" dirty="0"/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545813CD-48F8-264B-99E3-6918E7D7A8C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32375" y="2171012"/>
            <a:ext cx="5272115" cy="439615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10000"/>
              </a:lnSpc>
              <a:buNone/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#</a:t>
            </a:r>
            <a:r>
              <a:rPr lang="en-US" dirty="0" err="1"/>
              <a:t>BeYourOwnCEO</a:t>
            </a:r>
            <a:endParaRPr lang="ru-RU" dirty="0"/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170F35D9-6E0F-BA4E-A823-2DE41A8AEBA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375" y="2596561"/>
            <a:ext cx="5272116" cy="126392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 sz="4000" b="1">
                <a:solidFill>
                  <a:srgbClr val="9F9CB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Vladimir </a:t>
            </a:r>
            <a:r>
              <a:rPr lang="en-US" dirty="0" err="1"/>
              <a:t>Vyazovetskov</a:t>
            </a:r>
            <a:endParaRPr lang="ru-RU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01E63C3-9A9D-AF43-9E81-338E748A57E4}"/>
              </a:ext>
            </a:extLst>
          </p:cNvPr>
          <p:cNvSpPr>
            <a:spLocks noGrp="1" noChangeAspect="1"/>
          </p:cNvSpPr>
          <p:nvPr>
            <p:ph type="pic" sz="quarter" idx="26"/>
          </p:nvPr>
        </p:nvSpPr>
        <p:spPr>
          <a:xfrm>
            <a:off x="6382138" y="1080257"/>
            <a:ext cx="4833257" cy="4833257"/>
          </a:xfrm>
          <a:prstGeom prst="roundRect">
            <a:avLst>
              <a:gd name="adj" fmla="val 6242"/>
            </a:avLst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GB" dirty="0"/>
              <a:t>Click icon to add picture</a:t>
            </a:r>
            <a:endParaRPr lang="ru-RU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0EC78AC-9F38-1F44-85A8-F9F839FA15B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10366069">
            <a:off x="-471232" y="-14812819"/>
            <a:ext cx="20100354" cy="18929195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60B1398-A606-4941-A7DC-2A16BC639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02763" y="6385745"/>
            <a:ext cx="1056861" cy="365125"/>
          </a:xfrm>
          <a:prstGeom prst="rect">
            <a:avLst/>
          </a:prstGeom>
        </p:spPr>
        <p:txBody>
          <a:bodyPr anchor="ctr"/>
          <a:lstStyle>
            <a:lvl1pPr algn="r">
              <a:defRPr sz="1400">
                <a:solidFill>
                  <a:srgbClr val="A09DB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968B802-47E9-D447-A19C-33252E66520F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0DBD05F-0E79-E240-A3F1-3678505C5A9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9425" y="6435198"/>
            <a:ext cx="932815" cy="251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41591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BDD86F93-F133-8F49-9CA1-7F3E16124D71}"/>
              </a:ext>
            </a:extLst>
          </p:cNvPr>
          <p:cNvSpPr>
            <a:spLocks noGrp="1" noChangeAspect="1"/>
          </p:cNvSpPr>
          <p:nvPr>
            <p:ph type="pic" sz="quarter" idx="19"/>
          </p:nvPr>
        </p:nvSpPr>
        <p:spPr>
          <a:xfrm>
            <a:off x="-1474466" y="1631400"/>
            <a:ext cx="5760000" cy="576000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GB" dirty="0"/>
              <a:t>Click icon to add picture</a:t>
            </a:r>
            <a:endParaRPr lang="ru-RU" dirty="0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44DAD646-79F3-4F4C-BF8B-78D26453790C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-346998" y="1631400"/>
            <a:ext cx="5760000" cy="5760000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GB" dirty="0"/>
              <a:t>Click icon to add picture</a:t>
            </a:r>
            <a:endParaRPr lang="ru-RU" dirty="0"/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60E1B58F-C0EE-EB4C-ADDE-8005CB53E379}"/>
              </a:ext>
            </a:extLst>
          </p:cNvPr>
          <p:cNvSpPr>
            <a:spLocks noGrp="1" noChangeAspect="1"/>
          </p:cNvSpPr>
          <p:nvPr>
            <p:ph type="pic" sz="quarter" idx="21"/>
          </p:nvPr>
        </p:nvSpPr>
        <p:spPr>
          <a:xfrm>
            <a:off x="780470" y="1631400"/>
            <a:ext cx="5760000" cy="5760000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GB" dirty="0"/>
              <a:t>Click icon to add picture</a:t>
            </a:r>
            <a:endParaRPr lang="ru-RU" dirty="0"/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B77116B3-37A1-BB4E-B816-90D9DFCAA728}"/>
              </a:ext>
            </a:extLst>
          </p:cNvPr>
          <p:cNvSpPr>
            <a:spLocks noGrp="1" noChangeAspect="1"/>
          </p:cNvSpPr>
          <p:nvPr>
            <p:ph type="pic" sz="quarter" idx="22"/>
          </p:nvPr>
        </p:nvSpPr>
        <p:spPr>
          <a:xfrm>
            <a:off x="1907938" y="1631400"/>
            <a:ext cx="5760000" cy="5760000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GB" dirty="0"/>
              <a:t>Click icon to add picture</a:t>
            </a:r>
            <a:endParaRPr lang="ru-RU" dirty="0"/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6DA906E7-3F29-5D40-BAD7-DB42FC9533EF}"/>
              </a:ext>
            </a:extLst>
          </p:cNvPr>
          <p:cNvSpPr>
            <a:spLocks noGrp="1" noChangeAspect="1"/>
          </p:cNvSpPr>
          <p:nvPr>
            <p:ph type="pic" sz="quarter" idx="23"/>
          </p:nvPr>
        </p:nvSpPr>
        <p:spPr>
          <a:xfrm>
            <a:off x="3035406" y="1631400"/>
            <a:ext cx="5760000" cy="5760000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GB" dirty="0"/>
              <a:t>Click icon to add picture</a:t>
            </a:r>
            <a:endParaRPr lang="ru-RU" dirty="0"/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0ABF0780-7FC6-8243-B4EE-515561783401}"/>
              </a:ext>
            </a:extLst>
          </p:cNvPr>
          <p:cNvSpPr>
            <a:spLocks noGrp="1" noChangeAspect="1"/>
          </p:cNvSpPr>
          <p:nvPr>
            <p:ph type="pic" sz="quarter" idx="24"/>
          </p:nvPr>
        </p:nvSpPr>
        <p:spPr>
          <a:xfrm>
            <a:off x="4162874" y="1631400"/>
            <a:ext cx="5760000" cy="5760000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GB" dirty="0"/>
              <a:t>Click icon to add picture</a:t>
            </a:r>
            <a:endParaRPr lang="ru-RU" dirty="0"/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7DB90CF2-367D-1F45-9FC1-328631609BFB}"/>
              </a:ext>
            </a:extLst>
          </p:cNvPr>
          <p:cNvSpPr>
            <a:spLocks noGrp="1" noChangeAspect="1"/>
          </p:cNvSpPr>
          <p:nvPr>
            <p:ph type="pic" sz="quarter" idx="25"/>
          </p:nvPr>
        </p:nvSpPr>
        <p:spPr>
          <a:xfrm>
            <a:off x="5290342" y="1631400"/>
            <a:ext cx="5760000" cy="5760000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GB" dirty="0"/>
              <a:t>Click icon to add picture</a:t>
            </a:r>
            <a:endParaRPr lang="ru-RU" dirty="0"/>
          </a:p>
        </p:txBody>
      </p:sp>
      <p:sp>
        <p:nvSpPr>
          <p:cNvPr id="22" name="Picture Placeholder 3">
            <a:extLst>
              <a:ext uri="{FF2B5EF4-FFF2-40B4-BE49-F238E27FC236}">
                <a16:creationId xmlns:a16="http://schemas.microsoft.com/office/drawing/2014/main" id="{640ABD4D-C063-C141-A8E2-BA0F1EE17A39}"/>
              </a:ext>
            </a:extLst>
          </p:cNvPr>
          <p:cNvSpPr>
            <a:spLocks noGrp="1" noChangeAspect="1"/>
          </p:cNvSpPr>
          <p:nvPr>
            <p:ph type="pic" sz="quarter" idx="26"/>
          </p:nvPr>
        </p:nvSpPr>
        <p:spPr>
          <a:xfrm>
            <a:off x="6417810" y="1631400"/>
            <a:ext cx="5760000" cy="5760000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GB" dirty="0"/>
              <a:t>Click icon to add picture</a:t>
            </a:r>
            <a:endParaRPr lang="ru-RU" dirty="0"/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41515D82-777B-CD47-BFCE-EB394E982C33}"/>
              </a:ext>
            </a:extLst>
          </p:cNvPr>
          <p:cNvSpPr>
            <a:spLocks noGrp="1" noChangeAspect="1"/>
          </p:cNvSpPr>
          <p:nvPr>
            <p:ph type="pic" sz="quarter" idx="27"/>
          </p:nvPr>
        </p:nvSpPr>
        <p:spPr>
          <a:xfrm>
            <a:off x="7545278" y="1631400"/>
            <a:ext cx="5760000" cy="5760000"/>
          </a:xfrm>
          <a:prstGeom prst="rect">
            <a:avLst/>
          </a:prstGeom>
          <a:blipFill dpi="0" rotWithShape="1">
            <a:blip r:embed="rId10"/>
            <a:srcRect/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GB" dirty="0"/>
              <a:t>Click icon to add picture</a:t>
            </a:r>
            <a:endParaRPr lang="ru-RU" dirty="0"/>
          </a:p>
        </p:txBody>
      </p:sp>
      <p:sp>
        <p:nvSpPr>
          <p:cNvPr id="24" name="Picture Placeholder 3">
            <a:extLst>
              <a:ext uri="{FF2B5EF4-FFF2-40B4-BE49-F238E27FC236}">
                <a16:creationId xmlns:a16="http://schemas.microsoft.com/office/drawing/2014/main" id="{6E0A8872-AFBB-4644-A30D-4F9D2F46C224}"/>
              </a:ext>
            </a:extLst>
          </p:cNvPr>
          <p:cNvSpPr>
            <a:spLocks noGrp="1" noChangeAspect="1"/>
          </p:cNvSpPr>
          <p:nvPr>
            <p:ph type="pic" sz="quarter" idx="28"/>
          </p:nvPr>
        </p:nvSpPr>
        <p:spPr>
          <a:xfrm>
            <a:off x="8672747" y="1631400"/>
            <a:ext cx="5760000" cy="5760000"/>
          </a:xfrm>
          <a:prstGeom prst="rect">
            <a:avLst/>
          </a:prstGeom>
          <a:blipFill dpi="0" rotWithShape="1">
            <a:blip r:embed="rId11"/>
            <a:srcRect/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GB" dirty="0"/>
              <a:t>Click icon to add picture</a:t>
            </a:r>
            <a:endParaRPr lang="ru-R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513E259-C5FD-8B4E-944B-D81B1597B78E}"/>
              </a:ext>
            </a:extLst>
          </p:cNvPr>
          <p:cNvSpPr txBox="1"/>
          <p:nvPr userDrawn="1"/>
        </p:nvSpPr>
        <p:spPr>
          <a:xfrm>
            <a:off x="517062" y="548638"/>
            <a:ext cx="5941563" cy="7431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You may use these numbers for section title slides.</a:t>
            </a:r>
          </a:p>
          <a:p>
            <a:pPr>
              <a:lnSpc>
                <a:spcPct val="11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Don’t resize them, use as it is.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000738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Box 71">
            <a:extLst>
              <a:ext uri="{FF2B5EF4-FFF2-40B4-BE49-F238E27FC236}">
                <a16:creationId xmlns:a16="http://schemas.microsoft.com/office/drawing/2014/main" id="{14534D05-9B0F-3247-BA08-C29A5A4FB6CC}"/>
              </a:ext>
            </a:extLst>
          </p:cNvPr>
          <p:cNvSpPr txBox="1"/>
          <p:nvPr userDrawn="1"/>
        </p:nvSpPr>
        <p:spPr>
          <a:xfrm>
            <a:off x="540946" y="541812"/>
            <a:ext cx="4839786" cy="10817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Colors. Mostly for charts. Colors in black 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border are preferable.</a:t>
            </a:r>
          </a:p>
          <a:p>
            <a:pPr>
              <a:lnSpc>
                <a:spcPct val="11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Small rectangle — much priority.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A0ED5135-2BDF-8540-9BB2-EA31F2CD16B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64932" y="990600"/>
            <a:ext cx="41021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839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6230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705" r:id="rId2"/>
    <p:sldLayoutId id="2147483706" r:id="rId3"/>
    <p:sldLayoutId id="2147483707" r:id="rId4"/>
    <p:sldLayoutId id="2147483654" r:id="rId5"/>
    <p:sldLayoutId id="2147483655" r:id="rId6"/>
    <p:sldLayoutId id="2147483656" r:id="rId7"/>
    <p:sldLayoutId id="2147483657" r:id="rId8"/>
    <p:sldLayoutId id="2147483665" r:id="rId9"/>
    <p:sldLayoutId id="2147483664" r:id="rId10"/>
    <p:sldLayoutId id="2147483650" r:id="rId11"/>
    <p:sldLayoutId id="2147483694" r:id="rId12"/>
    <p:sldLayoutId id="2147483695" r:id="rId13"/>
    <p:sldLayoutId id="2147483691" r:id="rId14"/>
    <p:sldLayoutId id="2147483663" r:id="rId15"/>
    <p:sldLayoutId id="2147483696" r:id="rId16"/>
    <p:sldLayoutId id="2147483692" r:id="rId17"/>
    <p:sldLayoutId id="2147483693" r:id="rId18"/>
    <p:sldLayoutId id="2147483690" r:id="rId19"/>
    <p:sldLayoutId id="2147483662" r:id="rId20"/>
    <p:sldLayoutId id="2147483688" r:id="rId21"/>
    <p:sldLayoutId id="2147483659" r:id="rId22"/>
    <p:sldLayoutId id="2147483697" r:id="rId23"/>
    <p:sldLayoutId id="2147483666" r:id="rId24"/>
    <p:sldLayoutId id="2147483667" r:id="rId25"/>
    <p:sldLayoutId id="2147483701" r:id="rId26"/>
    <p:sldLayoutId id="2147483702" r:id="rId27"/>
    <p:sldLayoutId id="2147483703" r:id="rId28"/>
    <p:sldLayoutId id="2147483699" r:id="rId29"/>
    <p:sldLayoutId id="2147483698" r:id="rId30"/>
    <p:sldLayoutId id="2147483700" r:id="rId3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02" userDrawn="1">
          <p15:clr>
            <a:srgbClr val="F26B43"/>
          </p15:clr>
        </p15:guide>
        <p15:guide id="2" pos="7401" userDrawn="1">
          <p15:clr>
            <a:srgbClr val="F26B43"/>
          </p15:clr>
        </p15:guide>
        <p15:guide id="3" orient="horz" pos="323" userDrawn="1">
          <p15:clr>
            <a:srgbClr val="F26B43"/>
          </p15:clr>
        </p15:guide>
        <p15:guide id="4" orient="horz" pos="397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3F437916-51E7-2A45-872C-3BB499B1602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592EEE-68A5-814C-80D9-232C6401FE2C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/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FAD655-1A20-6244-8205-97207086294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April 30, 2026</a:t>
            </a:r>
            <a:endParaRPr lang="ru-RU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07D4037-9EF2-A34E-9D29-752202E7E98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b="0" dirty="0"/>
              <a:t>Credit Limit Conditions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06188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54C3F1C-1553-4E4B-AA43-17B9D7C6F17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374212" y="3429000"/>
            <a:ext cx="7001281" cy="1490239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Hotels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Air Tickets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Transfers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715DDA-35D4-4D35-8845-3F3BB66F369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18329" y="746917"/>
            <a:ext cx="5755341" cy="1028806"/>
          </a:xfrm>
        </p:spPr>
        <p:txBody>
          <a:bodyPr/>
          <a:lstStyle/>
          <a:p>
            <a:r>
              <a:rPr lang="en-US" dirty="0"/>
              <a:t>Credit Limit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5C9A3F-DFA6-4A9F-A296-F89822AA3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8B802-47E9-D447-A19C-33252E66520F}" type="slidenum">
              <a:rPr lang="ru-RU" smtClean="0"/>
              <a:pPr/>
              <a:t>2</a:t>
            </a:fld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A2A1C8-F34E-4E8D-B0ED-9FDC15A47F3A}"/>
              </a:ext>
            </a:extLst>
          </p:cNvPr>
          <p:cNvSpPr txBox="1"/>
          <p:nvPr/>
        </p:nvSpPr>
        <p:spPr>
          <a:xfrm>
            <a:off x="1488141" y="2160494"/>
            <a:ext cx="90453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Credit limit</a:t>
            </a:r>
            <a:r>
              <a:rPr lang="en-US" dirty="0"/>
              <a:t> is a special commercial condition that allows our partners to make</a:t>
            </a:r>
            <a:r>
              <a:rPr lang="en-US" b="1" dirty="0"/>
              <a:t> bookings without immediate payment</a:t>
            </a:r>
            <a:r>
              <a:rPr lang="en-US" dirty="0"/>
              <a:t> and pay for</a:t>
            </a:r>
            <a:r>
              <a:rPr lang="en-US" b="1" dirty="0"/>
              <a:t> bookings after the free cancellation deadline </a:t>
            </a:r>
            <a:r>
              <a:rPr lang="en-US" dirty="0"/>
              <a:t>within the negotiated period of time.</a:t>
            </a:r>
          </a:p>
        </p:txBody>
      </p:sp>
    </p:spTree>
    <p:extLst>
      <p:ext uri="{BB962C8B-B14F-4D97-AF65-F5344CB8AC3E}">
        <p14:creationId xmlns:p14="http://schemas.microsoft.com/office/powerpoint/2010/main" val="126233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33B555-9B1F-4848-A9D6-78E0CA0A106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4424" y="436361"/>
            <a:ext cx="10829364" cy="935240"/>
          </a:xfrm>
        </p:spPr>
        <p:txBody>
          <a:bodyPr/>
          <a:lstStyle/>
          <a:p>
            <a:r>
              <a:rPr lang="en-US" sz="3000" b="0" dirty="0"/>
              <a:t>Only </a:t>
            </a:r>
            <a:r>
              <a:rPr lang="en-US" sz="3000" dirty="0"/>
              <a:t>non-refundable bookings </a:t>
            </a:r>
            <a:r>
              <a:rPr lang="en-US" sz="3000" b="0" dirty="0"/>
              <a:t>require credit limit to be made without an immediate payment</a:t>
            </a:r>
            <a:endParaRPr lang="en-US" sz="3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EA08ED-B095-4517-A5FE-C7478001A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8B802-47E9-D447-A19C-33252E66520F}" type="slidenum">
              <a:rPr lang="ru-RU" smtClean="0"/>
              <a:pPr/>
              <a:t>3</a:t>
            </a:fld>
            <a:endParaRPr lang="ru-RU" dirty="0"/>
          </a:p>
        </p:txBody>
      </p:sp>
      <p:pic>
        <p:nvPicPr>
          <p:cNvPr id="1026" name="Picture 2" descr="No description available.">
            <a:extLst>
              <a:ext uri="{FF2B5EF4-FFF2-40B4-BE49-F238E27FC236}">
                <a16:creationId xmlns:a16="http://schemas.microsoft.com/office/drawing/2014/main" id="{A57B1792-C2E2-4B4B-9418-C22972E432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4667" y="1371601"/>
            <a:ext cx="8482666" cy="5118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2668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33B555-9B1F-4848-A9D6-78E0CA0A106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99565" y="1081819"/>
            <a:ext cx="10192870" cy="3266063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b="0" dirty="0"/>
              <a:t>Refundable bookings </a:t>
            </a:r>
            <a:r>
              <a:rPr lang="en-US" sz="3000" dirty="0"/>
              <a:t>do not require credit limit</a:t>
            </a:r>
            <a:r>
              <a:rPr lang="en-US" sz="3000" b="0" dirty="0"/>
              <a:t> to be made.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b="0" dirty="0"/>
              <a:t>Refundable bookings would only require to have </a:t>
            </a:r>
            <a:r>
              <a:rPr lang="en-US" sz="3000" dirty="0"/>
              <a:t>a sufficient amount of credit limit to be secured</a:t>
            </a:r>
            <a:r>
              <a:rPr lang="en-US" sz="3000" b="0" dirty="0"/>
              <a:t> at the time of free cancellation deadline, otherwise </a:t>
            </a:r>
            <a:r>
              <a:rPr lang="en-US" sz="3000" dirty="0"/>
              <a:t>automatic booking cancellation may happen.</a:t>
            </a:r>
            <a:endParaRPr lang="en-US" sz="3000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EA08ED-B095-4517-A5FE-C7478001A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8B802-47E9-D447-A19C-33252E66520F}" type="slidenum">
              <a:rPr lang="ru-RU" smtClean="0"/>
              <a:pPr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075225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7817EE-BF2D-4E02-8C18-317FB20F4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8B802-47E9-D447-A19C-33252E66520F}" type="slidenum">
              <a:rPr lang="ru-RU" smtClean="0"/>
              <a:pPr/>
              <a:t>5</a:t>
            </a:fld>
            <a:endParaRPr lang="ru-RU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E61146-DA91-B000-31EE-E300D932B4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0466"/>
            <a:ext cx="12192000" cy="5857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0480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FE981B7-B021-43DB-9C56-593F775FB07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95359" y="2008094"/>
            <a:ext cx="7001281" cy="1853310"/>
          </a:xfrm>
        </p:spPr>
        <p:txBody>
          <a:bodyPr/>
          <a:lstStyle/>
          <a:p>
            <a:r>
              <a:rPr lang="en-US" dirty="0"/>
              <a:t>For Bookings with check-in dates from the 1st through to the last day of a reporting month, Emerging shall submit to Partner a Transaction Statement and Invoice no later than the 3rd day of the month following the reporting month. Partner shall settle the Invoice within 5 working days upon receipt of the Invoice.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F30719-4896-496C-8893-19E6B121434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579989" y="860624"/>
            <a:ext cx="7032022" cy="1028806"/>
          </a:xfrm>
        </p:spPr>
        <p:txBody>
          <a:bodyPr/>
          <a:lstStyle/>
          <a:p>
            <a:r>
              <a:rPr lang="en-US" dirty="0"/>
              <a:t>Payment Terms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B8F522-50A0-44ED-B595-982004922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8B802-47E9-D447-A19C-33252E66520F}" type="slidenum">
              <a:rPr lang="ru-RU" smtClean="0"/>
              <a:pPr/>
              <a:t>6</a:t>
            </a:fld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9E2A99-8CB3-4177-953C-798F9F9CA727}"/>
              </a:ext>
            </a:extLst>
          </p:cNvPr>
          <p:cNvSpPr txBox="1"/>
          <p:nvPr/>
        </p:nvSpPr>
        <p:spPr>
          <a:xfrm>
            <a:off x="2442882" y="4105835"/>
            <a:ext cx="326315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</a:t>
            </a:r>
          </a:p>
          <a:p>
            <a:endParaRPr lang="en-US" dirty="0"/>
          </a:p>
          <a:p>
            <a:r>
              <a:rPr lang="en-US" dirty="0"/>
              <a:t>Check-out Date : Apr 1, 2026</a:t>
            </a:r>
          </a:p>
          <a:p>
            <a:r>
              <a:rPr lang="en-US" dirty="0"/>
              <a:t>Invoicing Date : May 4, 2026</a:t>
            </a:r>
          </a:p>
          <a:p>
            <a:r>
              <a:rPr lang="en-US" dirty="0"/>
              <a:t>Payment Due : May 11, 2026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B34C11-2612-384F-EBAE-2A2D71589C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4984" y="3568162"/>
            <a:ext cx="2448267" cy="2429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844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6E7CDC-63B3-5661-80D4-5FB84E22E92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5E7D04-3A21-2A3D-D2D3-9E41D09C413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86B728-2151-7864-DAE0-B1DA9DC47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8B802-47E9-D447-A19C-33252E66520F}" type="slidenum">
              <a:rPr lang="ru-RU" smtClean="0"/>
              <a:pPr/>
              <a:t>7</a:t>
            </a:fld>
            <a:endParaRPr lang="ru-R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1E4A3B-5237-24A0-B00B-857A7138ED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28" y="249511"/>
            <a:ext cx="10278535" cy="5896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269556"/>
      </p:ext>
    </p:extLst>
  </p:cSld>
  <p:clrMapOvr>
    <a:masterClrMapping/>
  </p:clrMapOvr>
</p:sld>
</file>

<file path=ppt/theme/theme1.xml><?xml version="1.0" encoding="utf-8"?>
<a:theme xmlns:a="http://schemas.openxmlformats.org/drawingml/2006/main" name="ETG Theme">
  <a:themeElements>
    <a:clrScheme name="ETG Brand color">
      <a:dk1>
        <a:srgbClr val="10085E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TG-Template" id="{A9F0F156-3FE3-DD48-9046-6526CA031F38}" vid="{5E1DA22B-4512-0044-B134-221C64A163F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ETG Theme</Template>
  <TotalTime>21906</TotalTime>
  <Words>188</Words>
  <Application>Microsoft Office PowerPoint</Application>
  <PresentationFormat>Widescreen</PresentationFormat>
  <Paragraphs>23</Paragraphs>
  <Slides>7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ETG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Niaz Sayfutdinov</dc:creator>
  <cp:lastModifiedBy>Ronello Malapitan</cp:lastModifiedBy>
  <cp:revision>228</cp:revision>
  <dcterms:created xsi:type="dcterms:W3CDTF">2019-08-06T19:10:13Z</dcterms:created>
  <dcterms:modified xsi:type="dcterms:W3CDTF">2026-04-30T06:38:08Z</dcterms:modified>
</cp:coreProperties>
</file>